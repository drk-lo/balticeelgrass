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85898" y="914400"/>
              <a:ext cx="4800602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32114" y="1512332"/>
              <a:ext cx="3052117" cy="2657927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239037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2651525"/>
                  </a:lnTo>
                  <a:lnTo>
                    <a:pt x="0" y="2618481"/>
                  </a:lnTo>
                  <a:lnTo>
                    <a:pt x="0" y="2585438"/>
                  </a:lnTo>
                  <a:lnTo>
                    <a:pt x="0" y="2552394"/>
                  </a:lnTo>
                  <a:lnTo>
                    <a:pt x="0" y="2519351"/>
                  </a:lnTo>
                  <a:lnTo>
                    <a:pt x="0" y="2486308"/>
                  </a:lnTo>
                  <a:lnTo>
                    <a:pt x="0" y="2453264"/>
                  </a:lnTo>
                  <a:lnTo>
                    <a:pt x="0" y="2420221"/>
                  </a:lnTo>
                  <a:lnTo>
                    <a:pt x="0" y="2387178"/>
                  </a:lnTo>
                  <a:lnTo>
                    <a:pt x="0" y="2354134"/>
                  </a:lnTo>
                  <a:lnTo>
                    <a:pt x="0" y="2321091"/>
                  </a:lnTo>
                  <a:lnTo>
                    <a:pt x="0" y="2288047"/>
                  </a:lnTo>
                  <a:lnTo>
                    <a:pt x="0" y="2255004"/>
                  </a:lnTo>
                  <a:lnTo>
                    <a:pt x="0" y="2221961"/>
                  </a:lnTo>
                  <a:lnTo>
                    <a:pt x="0" y="2188917"/>
                  </a:lnTo>
                  <a:lnTo>
                    <a:pt x="0" y="2155874"/>
                  </a:lnTo>
                  <a:lnTo>
                    <a:pt x="0" y="2122830"/>
                  </a:lnTo>
                  <a:lnTo>
                    <a:pt x="0" y="2089787"/>
                  </a:lnTo>
                  <a:lnTo>
                    <a:pt x="0" y="2056744"/>
                  </a:lnTo>
                  <a:lnTo>
                    <a:pt x="0" y="2023700"/>
                  </a:lnTo>
                  <a:lnTo>
                    <a:pt x="0" y="1990657"/>
                  </a:lnTo>
                  <a:lnTo>
                    <a:pt x="0" y="1957614"/>
                  </a:lnTo>
                  <a:lnTo>
                    <a:pt x="0" y="1924570"/>
                  </a:lnTo>
                  <a:lnTo>
                    <a:pt x="0" y="1891527"/>
                  </a:lnTo>
                  <a:lnTo>
                    <a:pt x="0" y="1858483"/>
                  </a:lnTo>
                  <a:lnTo>
                    <a:pt x="0" y="1825440"/>
                  </a:lnTo>
                  <a:lnTo>
                    <a:pt x="0" y="1792397"/>
                  </a:lnTo>
                  <a:lnTo>
                    <a:pt x="0" y="1759353"/>
                  </a:lnTo>
                  <a:lnTo>
                    <a:pt x="0" y="1726310"/>
                  </a:lnTo>
                  <a:lnTo>
                    <a:pt x="0" y="1693266"/>
                  </a:lnTo>
                  <a:lnTo>
                    <a:pt x="0" y="1660223"/>
                  </a:lnTo>
                  <a:lnTo>
                    <a:pt x="0" y="1627180"/>
                  </a:lnTo>
                  <a:lnTo>
                    <a:pt x="0" y="1594136"/>
                  </a:lnTo>
                  <a:lnTo>
                    <a:pt x="0" y="1561093"/>
                  </a:lnTo>
                  <a:lnTo>
                    <a:pt x="0" y="1528050"/>
                  </a:lnTo>
                  <a:lnTo>
                    <a:pt x="0" y="1495006"/>
                  </a:lnTo>
                  <a:lnTo>
                    <a:pt x="0" y="1461963"/>
                  </a:lnTo>
                  <a:lnTo>
                    <a:pt x="0" y="1428919"/>
                  </a:lnTo>
                  <a:lnTo>
                    <a:pt x="0" y="1395876"/>
                  </a:lnTo>
                  <a:lnTo>
                    <a:pt x="0" y="1362833"/>
                  </a:lnTo>
                  <a:lnTo>
                    <a:pt x="0" y="1329789"/>
                  </a:lnTo>
                  <a:lnTo>
                    <a:pt x="0" y="1296746"/>
                  </a:lnTo>
                  <a:lnTo>
                    <a:pt x="0" y="1263702"/>
                  </a:lnTo>
                  <a:lnTo>
                    <a:pt x="0" y="1230659"/>
                  </a:lnTo>
                  <a:lnTo>
                    <a:pt x="0" y="1197616"/>
                  </a:lnTo>
                  <a:lnTo>
                    <a:pt x="0" y="1164572"/>
                  </a:lnTo>
                  <a:lnTo>
                    <a:pt x="0" y="1131529"/>
                  </a:lnTo>
                  <a:lnTo>
                    <a:pt x="0" y="1098486"/>
                  </a:lnTo>
                  <a:lnTo>
                    <a:pt x="0" y="1065442"/>
                  </a:lnTo>
                  <a:lnTo>
                    <a:pt x="0" y="1032399"/>
                  </a:lnTo>
                  <a:lnTo>
                    <a:pt x="0" y="999355"/>
                  </a:lnTo>
                  <a:lnTo>
                    <a:pt x="0" y="966312"/>
                  </a:lnTo>
                  <a:lnTo>
                    <a:pt x="0" y="933269"/>
                  </a:lnTo>
                  <a:lnTo>
                    <a:pt x="0" y="900225"/>
                  </a:lnTo>
                  <a:lnTo>
                    <a:pt x="0" y="867182"/>
                  </a:lnTo>
                  <a:lnTo>
                    <a:pt x="0" y="834138"/>
                  </a:lnTo>
                  <a:lnTo>
                    <a:pt x="0" y="801095"/>
                  </a:lnTo>
                  <a:lnTo>
                    <a:pt x="0" y="768052"/>
                  </a:lnTo>
                  <a:lnTo>
                    <a:pt x="0" y="735008"/>
                  </a:lnTo>
                  <a:lnTo>
                    <a:pt x="0" y="701965"/>
                  </a:lnTo>
                  <a:lnTo>
                    <a:pt x="0" y="668922"/>
                  </a:lnTo>
                  <a:lnTo>
                    <a:pt x="0" y="635878"/>
                  </a:lnTo>
                  <a:lnTo>
                    <a:pt x="0" y="602835"/>
                  </a:lnTo>
                  <a:lnTo>
                    <a:pt x="0" y="569791"/>
                  </a:lnTo>
                  <a:lnTo>
                    <a:pt x="0" y="536748"/>
                  </a:lnTo>
                  <a:lnTo>
                    <a:pt x="0" y="503705"/>
                  </a:lnTo>
                  <a:lnTo>
                    <a:pt x="0" y="470661"/>
                  </a:lnTo>
                  <a:lnTo>
                    <a:pt x="0" y="437618"/>
                  </a:lnTo>
                  <a:lnTo>
                    <a:pt x="0" y="404574"/>
                  </a:lnTo>
                  <a:lnTo>
                    <a:pt x="0" y="371531"/>
                  </a:lnTo>
                  <a:lnTo>
                    <a:pt x="0" y="338488"/>
                  </a:lnTo>
                  <a:lnTo>
                    <a:pt x="0" y="305444"/>
                  </a:lnTo>
                  <a:lnTo>
                    <a:pt x="0" y="272401"/>
                  </a:lnTo>
                  <a:lnTo>
                    <a:pt x="0" y="239358"/>
                  </a:lnTo>
                  <a:lnTo>
                    <a:pt x="0" y="206314"/>
                  </a:lnTo>
                  <a:lnTo>
                    <a:pt x="0" y="173271"/>
                  </a:lnTo>
                  <a:lnTo>
                    <a:pt x="0" y="140227"/>
                  </a:lnTo>
                  <a:lnTo>
                    <a:pt x="0" y="107184"/>
                  </a:lnTo>
                  <a:lnTo>
                    <a:pt x="0" y="74141"/>
                  </a:lnTo>
                  <a:lnTo>
                    <a:pt x="0" y="41097"/>
                  </a:lnTo>
                  <a:lnTo>
                    <a:pt x="0" y="80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756345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2651525"/>
                  </a:lnTo>
                  <a:lnTo>
                    <a:pt x="0" y="2618481"/>
                  </a:lnTo>
                  <a:lnTo>
                    <a:pt x="0" y="2585438"/>
                  </a:lnTo>
                  <a:lnTo>
                    <a:pt x="0" y="2552394"/>
                  </a:lnTo>
                  <a:lnTo>
                    <a:pt x="0" y="2519351"/>
                  </a:lnTo>
                  <a:lnTo>
                    <a:pt x="0" y="2486308"/>
                  </a:lnTo>
                  <a:lnTo>
                    <a:pt x="0" y="2453264"/>
                  </a:lnTo>
                  <a:lnTo>
                    <a:pt x="0" y="2420221"/>
                  </a:lnTo>
                  <a:lnTo>
                    <a:pt x="0" y="2387178"/>
                  </a:lnTo>
                  <a:lnTo>
                    <a:pt x="0" y="2354134"/>
                  </a:lnTo>
                  <a:lnTo>
                    <a:pt x="0" y="2321091"/>
                  </a:lnTo>
                  <a:lnTo>
                    <a:pt x="0" y="2288047"/>
                  </a:lnTo>
                  <a:lnTo>
                    <a:pt x="0" y="2255004"/>
                  </a:lnTo>
                  <a:lnTo>
                    <a:pt x="0" y="2221961"/>
                  </a:lnTo>
                  <a:lnTo>
                    <a:pt x="0" y="2188917"/>
                  </a:lnTo>
                  <a:lnTo>
                    <a:pt x="0" y="2155874"/>
                  </a:lnTo>
                  <a:lnTo>
                    <a:pt x="0" y="2122830"/>
                  </a:lnTo>
                  <a:lnTo>
                    <a:pt x="0" y="2089787"/>
                  </a:lnTo>
                  <a:lnTo>
                    <a:pt x="0" y="2056744"/>
                  </a:lnTo>
                  <a:lnTo>
                    <a:pt x="0" y="2023700"/>
                  </a:lnTo>
                  <a:lnTo>
                    <a:pt x="0" y="1990657"/>
                  </a:lnTo>
                  <a:lnTo>
                    <a:pt x="0" y="1957614"/>
                  </a:lnTo>
                  <a:lnTo>
                    <a:pt x="0" y="1924570"/>
                  </a:lnTo>
                  <a:lnTo>
                    <a:pt x="0" y="1891527"/>
                  </a:lnTo>
                  <a:lnTo>
                    <a:pt x="0" y="1858483"/>
                  </a:lnTo>
                  <a:lnTo>
                    <a:pt x="0" y="1825440"/>
                  </a:lnTo>
                  <a:lnTo>
                    <a:pt x="0" y="1792397"/>
                  </a:lnTo>
                  <a:lnTo>
                    <a:pt x="0" y="1759353"/>
                  </a:lnTo>
                  <a:lnTo>
                    <a:pt x="0" y="1726310"/>
                  </a:lnTo>
                  <a:lnTo>
                    <a:pt x="0" y="1693266"/>
                  </a:lnTo>
                  <a:lnTo>
                    <a:pt x="0" y="1660223"/>
                  </a:lnTo>
                  <a:lnTo>
                    <a:pt x="0" y="1627180"/>
                  </a:lnTo>
                  <a:lnTo>
                    <a:pt x="0" y="1594136"/>
                  </a:lnTo>
                  <a:lnTo>
                    <a:pt x="0" y="1561093"/>
                  </a:lnTo>
                  <a:lnTo>
                    <a:pt x="0" y="1528050"/>
                  </a:lnTo>
                  <a:lnTo>
                    <a:pt x="0" y="1495006"/>
                  </a:lnTo>
                  <a:lnTo>
                    <a:pt x="0" y="1461963"/>
                  </a:lnTo>
                  <a:lnTo>
                    <a:pt x="0" y="1428919"/>
                  </a:lnTo>
                  <a:lnTo>
                    <a:pt x="0" y="1395876"/>
                  </a:lnTo>
                  <a:lnTo>
                    <a:pt x="0" y="1362833"/>
                  </a:lnTo>
                  <a:lnTo>
                    <a:pt x="0" y="1329789"/>
                  </a:lnTo>
                  <a:lnTo>
                    <a:pt x="0" y="1296746"/>
                  </a:lnTo>
                  <a:lnTo>
                    <a:pt x="0" y="1263702"/>
                  </a:lnTo>
                  <a:lnTo>
                    <a:pt x="0" y="1230659"/>
                  </a:lnTo>
                  <a:lnTo>
                    <a:pt x="0" y="1197616"/>
                  </a:lnTo>
                  <a:lnTo>
                    <a:pt x="0" y="1164572"/>
                  </a:lnTo>
                  <a:lnTo>
                    <a:pt x="0" y="1131529"/>
                  </a:lnTo>
                  <a:lnTo>
                    <a:pt x="0" y="1098486"/>
                  </a:lnTo>
                  <a:lnTo>
                    <a:pt x="0" y="1065442"/>
                  </a:lnTo>
                  <a:lnTo>
                    <a:pt x="0" y="1032399"/>
                  </a:lnTo>
                  <a:lnTo>
                    <a:pt x="0" y="999355"/>
                  </a:lnTo>
                  <a:lnTo>
                    <a:pt x="0" y="966312"/>
                  </a:lnTo>
                  <a:lnTo>
                    <a:pt x="0" y="933269"/>
                  </a:lnTo>
                  <a:lnTo>
                    <a:pt x="0" y="900225"/>
                  </a:lnTo>
                  <a:lnTo>
                    <a:pt x="0" y="867182"/>
                  </a:lnTo>
                  <a:lnTo>
                    <a:pt x="0" y="834138"/>
                  </a:lnTo>
                  <a:lnTo>
                    <a:pt x="0" y="801095"/>
                  </a:lnTo>
                  <a:lnTo>
                    <a:pt x="0" y="768052"/>
                  </a:lnTo>
                  <a:lnTo>
                    <a:pt x="0" y="735008"/>
                  </a:lnTo>
                  <a:lnTo>
                    <a:pt x="0" y="701965"/>
                  </a:lnTo>
                  <a:lnTo>
                    <a:pt x="0" y="668922"/>
                  </a:lnTo>
                  <a:lnTo>
                    <a:pt x="0" y="635878"/>
                  </a:lnTo>
                  <a:lnTo>
                    <a:pt x="0" y="602835"/>
                  </a:lnTo>
                  <a:lnTo>
                    <a:pt x="0" y="569791"/>
                  </a:lnTo>
                  <a:lnTo>
                    <a:pt x="0" y="536748"/>
                  </a:lnTo>
                  <a:lnTo>
                    <a:pt x="0" y="503705"/>
                  </a:lnTo>
                  <a:lnTo>
                    <a:pt x="0" y="470661"/>
                  </a:lnTo>
                  <a:lnTo>
                    <a:pt x="0" y="437618"/>
                  </a:lnTo>
                  <a:lnTo>
                    <a:pt x="0" y="404574"/>
                  </a:lnTo>
                  <a:lnTo>
                    <a:pt x="0" y="371531"/>
                  </a:lnTo>
                  <a:lnTo>
                    <a:pt x="0" y="338488"/>
                  </a:lnTo>
                  <a:lnTo>
                    <a:pt x="0" y="305444"/>
                  </a:lnTo>
                  <a:lnTo>
                    <a:pt x="0" y="272401"/>
                  </a:lnTo>
                  <a:lnTo>
                    <a:pt x="0" y="239358"/>
                  </a:lnTo>
                  <a:lnTo>
                    <a:pt x="0" y="206314"/>
                  </a:lnTo>
                  <a:lnTo>
                    <a:pt x="0" y="173271"/>
                  </a:lnTo>
                  <a:lnTo>
                    <a:pt x="0" y="140227"/>
                  </a:lnTo>
                  <a:lnTo>
                    <a:pt x="0" y="107184"/>
                  </a:lnTo>
                  <a:lnTo>
                    <a:pt x="0" y="74141"/>
                  </a:lnTo>
                  <a:lnTo>
                    <a:pt x="0" y="41097"/>
                  </a:lnTo>
                  <a:lnTo>
                    <a:pt x="0" y="80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273653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2651525"/>
                  </a:lnTo>
                  <a:lnTo>
                    <a:pt x="0" y="2618481"/>
                  </a:lnTo>
                  <a:lnTo>
                    <a:pt x="0" y="2585438"/>
                  </a:lnTo>
                  <a:lnTo>
                    <a:pt x="0" y="2552394"/>
                  </a:lnTo>
                  <a:lnTo>
                    <a:pt x="0" y="2519351"/>
                  </a:lnTo>
                  <a:lnTo>
                    <a:pt x="0" y="2486308"/>
                  </a:lnTo>
                  <a:lnTo>
                    <a:pt x="0" y="2453264"/>
                  </a:lnTo>
                  <a:lnTo>
                    <a:pt x="0" y="2420221"/>
                  </a:lnTo>
                  <a:lnTo>
                    <a:pt x="0" y="2387178"/>
                  </a:lnTo>
                  <a:lnTo>
                    <a:pt x="0" y="2354134"/>
                  </a:lnTo>
                  <a:lnTo>
                    <a:pt x="0" y="2321091"/>
                  </a:lnTo>
                  <a:lnTo>
                    <a:pt x="0" y="2288047"/>
                  </a:lnTo>
                  <a:lnTo>
                    <a:pt x="0" y="2255004"/>
                  </a:lnTo>
                  <a:lnTo>
                    <a:pt x="0" y="2221961"/>
                  </a:lnTo>
                  <a:lnTo>
                    <a:pt x="0" y="2188917"/>
                  </a:lnTo>
                  <a:lnTo>
                    <a:pt x="0" y="2155874"/>
                  </a:lnTo>
                  <a:lnTo>
                    <a:pt x="0" y="2122830"/>
                  </a:lnTo>
                  <a:lnTo>
                    <a:pt x="0" y="2089787"/>
                  </a:lnTo>
                  <a:lnTo>
                    <a:pt x="0" y="2056744"/>
                  </a:lnTo>
                  <a:lnTo>
                    <a:pt x="0" y="2023700"/>
                  </a:lnTo>
                  <a:lnTo>
                    <a:pt x="0" y="1990657"/>
                  </a:lnTo>
                  <a:lnTo>
                    <a:pt x="0" y="1957614"/>
                  </a:lnTo>
                  <a:lnTo>
                    <a:pt x="0" y="1924570"/>
                  </a:lnTo>
                  <a:lnTo>
                    <a:pt x="0" y="1891527"/>
                  </a:lnTo>
                  <a:lnTo>
                    <a:pt x="0" y="1858483"/>
                  </a:lnTo>
                  <a:lnTo>
                    <a:pt x="0" y="1825440"/>
                  </a:lnTo>
                  <a:lnTo>
                    <a:pt x="0" y="1792397"/>
                  </a:lnTo>
                  <a:lnTo>
                    <a:pt x="0" y="1759353"/>
                  </a:lnTo>
                  <a:lnTo>
                    <a:pt x="0" y="1726310"/>
                  </a:lnTo>
                  <a:lnTo>
                    <a:pt x="0" y="1693266"/>
                  </a:lnTo>
                  <a:lnTo>
                    <a:pt x="0" y="1660223"/>
                  </a:lnTo>
                  <a:lnTo>
                    <a:pt x="0" y="1627180"/>
                  </a:lnTo>
                  <a:lnTo>
                    <a:pt x="0" y="1594136"/>
                  </a:lnTo>
                  <a:lnTo>
                    <a:pt x="0" y="1561093"/>
                  </a:lnTo>
                  <a:lnTo>
                    <a:pt x="0" y="1528050"/>
                  </a:lnTo>
                  <a:lnTo>
                    <a:pt x="0" y="1495006"/>
                  </a:lnTo>
                  <a:lnTo>
                    <a:pt x="0" y="1461963"/>
                  </a:lnTo>
                  <a:lnTo>
                    <a:pt x="0" y="1428919"/>
                  </a:lnTo>
                  <a:lnTo>
                    <a:pt x="0" y="1395876"/>
                  </a:lnTo>
                  <a:lnTo>
                    <a:pt x="0" y="1362833"/>
                  </a:lnTo>
                  <a:lnTo>
                    <a:pt x="0" y="1329789"/>
                  </a:lnTo>
                  <a:lnTo>
                    <a:pt x="0" y="1296746"/>
                  </a:lnTo>
                  <a:lnTo>
                    <a:pt x="0" y="1263702"/>
                  </a:lnTo>
                  <a:lnTo>
                    <a:pt x="0" y="1230659"/>
                  </a:lnTo>
                  <a:lnTo>
                    <a:pt x="0" y="1197616"/>
                  </a:lnTo>
                  <a:lnTo>
                    <a:pt x="0" y="1164572"/>
                  </a:lnTo>
                  <a:lnTo>
                    <a:pt x="0" y="1131529"/>
                  </a:lnTo>
                  <a:lnTo>
                    <a:pt x="0" y="1098486"/>
                  </a:lnTo>
                  <a:lnTo>
                    <a:pt x="0" y="1065442"/>
                  </a:lnTo>
                  <a:lnTo>
                    <a:pt x="0" y="1032399"/>
                  </a:lnTo>
                  <a:lnTo>
                    <a:pt x="0" y="999355"/>
                  </a:lnTo>
                  <a:lnTo>
                    <a:pt x="0" y="966312"/>
                  </a:lnTo>
                  <a:lnTo>
                    <a:pt x="0" y="933269"/>
                  </a:lnTo>
                  <a:lnTo>
                    <a:pt x="0" y="900225"/>
                  </a:lnTo>
                  <a:lnTo>
                    <a:pt x="0" y="867182"/>
                  </a:lnTo>
                  <a:lnTo>
                    <a:pt x="0" y="834138"/>
                  </a:lnTo>
                  <a:lnTo>
                    <a:pt x="0" y="801095"/>
                  </a:lnTo>
                  <a:lnTo>
                    <a:pt x="0" y="768052"/>
                  </a:lnTo>
                  <a:lnTo>
                    <a:pt x="0" y="735008"/>
                  </a:lnTo>
                  <a:lnTo>
                    <a:pt x="0" y="701965"/>
                  </a:lnTo>
                  <a:lnTo>
                    <a:pt x="0" y="668922"/>
                  </a:lnTo>
                  <a:lnTo>
                    <a:pt x="0" y="635878"/>
                  </a:lnTo>
                  <a:lnTo>
                    <a:pt x="0" y="602835"/>
                  </a:lnTo>
                  <a:lnTo>
                    <a:pt x="0" y="569791"/>
                  </a:lnTo>
                  <a:lnTo>
                    <a:pt x="0" y="536748"/>
                  </a:lnTo>
                  <a:lnTo>
                    <a:pt x="0" y="503705"/>
                  </a:lnTo>
                  <a:lnTo>
                    <a:pt x="0" y="470661"/>
                  </a:lnTo>
                  <a:lnTo>
                    <a:pt x="0" y="437618"/>
                  </a:lnTo>
                  <a:lnTo>
                    <a:pt x="0" y="404574"/>
                  </a:lnTo>
                  <a:lnTo>
                    <a:pt x="0" y="371531"/>
                  </a:lnTo>
                  <a:lnTo>
                    <a:pt x="0" y="338488"/>
                  </a:lnTo>
                  <a:lnTo>
                    <a:pt x="0" y="305444"/>
                  </a:lnTo>
                  <a:lnTo>
                    <a:pt x="0" y="272401"/>
                  </a:lnTo>
                  <a:lnTo>
                    <a:pt x="0" y="239358"/>
                  </a:lnTo>
                  <a:lnTo>
                    <a:pt x="0" y="206314"/>
                  </a:lnTo>
                  <a:lnTo>
                    <a:pt x="0" y="173271"/>
                  </a:lnTo>
                  <a:lnTo>
                    <a:pt x="0" y="140227"/>
                  </a:lnTo>
                  <a:lnTo>
                    <a:pt x="0" y="107184"/>
                  </a:lnTo>
                  <a:lnTo>
                    <a:pt x="0" y="74141"/>
                  </a:lnTo>
                  <a:lnTo>
                    <a:pt x="0" y="41097"/>
                  </a:lnTo>
                  <a:lnTo>
                    <a:pt x="0" y="80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0961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2651525"/>
                  </a:lnTo>
                  <a:lnTo>
                    <a:pt x="0" y="2618481"/>
                  </a:lnTo>
                  <a:lnTo>
                    <a:pt x="0" y="2585438"/>
                  </a:lnTo>
                  <a:lnTo>
                    <a:pt x="0" y="2552394"/>
                  </a:lnTo>
                  <a:lnTo>
                    <a:pt x="0" y="2519351"/>
                  </a:lnTo>
                  <a:lnTo>
                    <a:pt x="0" y="2486308"/>
                  </a:lnTo>
                  <a:lnTo>
                    <a:pt x="0" y="2453264"/>
                  </a:lnTo>
                  <a:lnTo>
                    <a:pt x="0" y="2420221"/>
                  </a:lnTo>
                  <a:lnTo>
                    <a:pt x="0" y="2387178"/>
                  </a:lnTo>
                  <a:lnTo>
                    <a:pt x="0" y="2354134"/>
                  </a:lnTo>
                  <a:lnTo>
                    <a:pt x="0" y="2321091"/>
                  </a:lnTo>
                  <a:lnTo>
                    <a:pt x="0" y="2288047"/>
                  </a:lnTo>
                  <a:lnTo>
                    <a:pt x="0" y="2255004"/>
                  </a:lnTo>
                  <a:lnTo>
                    <a:pt x="0" y="2221961"/>
                  </a:lnTo>
                  <a:lnTo>
                    <a:pt x="0" y="2188917"/>
                  </a:lnTo>
                  <a:lnTo>
                    <a:pt x="0" y="2155874"/>
                  </a:lnTo>
                  <a:lnTo>
                    <a:pt x="0" y="2122830"/>
                  </a:lnTo>
                  <a:lnTo>
                    <a:pt x="0" y="2089787"/>
                  </a:lnTo>
                  <a:lnTo>
                    <a:pt x="0" y="2056744"/>
                  </a:lnTo>
                  <a:lnTo>
                    <a:pt x="0" y="2023700"/>
                  </a:lnTo>
                  <a:lnTo>
                    <a:pt x="0" y="1990657"/>
                  </a:lnTo>
                  <a:lnTo>
                    <a:pt x="0" y="1957614"/>
                  </a:lnTo>
                  <a:lnTo>
                    <a:pt x="0" y="1924570"/>
                  </a:lnTo>
                  <a:lnTo>
                    <a:pt x="0" y="1891527"/>
                  </a:lnTo>
                  <a:lnTo>
                    <a:pt x="0" y="1858483"/>
                  </a:lnTo>
                  <a:lnTo>
                    <a:pt x="0" y="1825440"/>
                  </a:lnTo>
                  <a:lnTo>
                    <a:pt x="0" y="1792397"/>
                  </a:lnTo>
                  <a:lnTo>
                    <a:pt x="0" y="1759353"/>
                  </a:lnTo>
                  <a:lnTo>
                    <a:pt x="0" y="1726310"/>
                  </a:lnTo>
                  <a:lnTo>
                    <a:pt x="0" y="1693266"/>
                  </a:lnTo>
                  <a:lnTo>
                    <a:pt x="0" y="1660223"/>
                  </a:lnTo>
                  <a:lnTo>
                    <a:pt x="0" y="1627180"/>
                  </a:lnTo>
                  <a:lnTo>
                    <a:pt x="0" y="1594136"/>
                  </a:lnTo>
                  <a:lnTo>
                    <a:pt x="0" y="1561093"/>
                  </a:lnTo>
                  <a:lnTo>
                    <a:pt x="0" y="1528050"/>
                  </a:lnTo>
                  <a:lnTo>
                    <a:pt x="0" y="1495006"/>
                  </a:lnTo>
                  <a:lnTo>
                    <a:pt x="0" y="1461963"/>
                  </a:lnTo>
                  <a:lnTo>
                    <a:pt x="0" y="1428919"/>
                  </a:lnTo>
                  <a:lnTo>
                    <a:pt x="0" y="1395876"/>
                  </a:lnTo>
                  <a:lnTo>
                    <a:pt x="0" y="1362833"/>
                  </a:lnTo>
                  <a:lnTo>
                    <a:pt x="0" y="1329789"/>
                  </a:lnTo>
                  <a:lnTo>
                    <a:pt x="0" y="1296746"/>
                  </a:lnTo>
                  <a:lnTo>
                    <a:pt x="0" y="1263702"/>
                  </a:lnTo>
                  <a:lnTo>
                    <a:pt x="0" y="1230659"/>
                  </a:lnTo>
                  <a:lnTo>
                    <a:pt x="0" y="1197616"/>
                  </a:lnTo>
                  <a:lnTo>
                    <a:pt x="0" y="1164572"/>
                  </a:lnTo>
                  <a:lnTo>
                    <a:pt x="0" y="1131529"/>
                  </a:lnTo>
                  <a:lnTo>
                    <a:pt x="0" y="1098486"/>
                  </a:lnTo>
                  <a:lnTo>
                    <a:pt x="0" y="1065442"/>
                  </a:lnTo>
                  <a:lnTo>
                    <a:pt x="0" y="1032399"/>
                  </a:lnTo>
                  <a:lnTo>
                    <a:pt x="0" y="999355"/>
                  </a:lnTo>
                  <a:lnTo>
                    <a:pt x="0" y="966312"/>
                  </a:lnTo>
                  <a:lnTo>
                    <a:pt x="0" y="933269"/>
                  </a:lnTo>
                  <a:lnTo>
                    <a:pt x="0" y="900225"/>
                  </a:lnTo>
                  <a:lnTo>
                    <a:pt x="0" y="867182"/>
                  </a:lnTo>
                  <a:lnTo>
                    <a:pt x="0" y="834138"/>
                  </a:lnTo>
                  <a:lnTo>
                    <a:pt x="0" y="801095"/>
                  </a:lnTo>
                  <a:lnTo>
                    <a:pt x="0" y="768052"/>
                  </a:lnTo>
                  <a:lnTo>
                    <a:pt x="0" y="735008"/>
                  </a:lnTo>
                  <a:lnTo>
                    <a:pt x="0" y="701965"/>
                  </a:lnTo>
                  <a:lnTo>
                    <a:pt x="0" y="668922"/>
                  </a:lnTo>
                  <a:lnTo>
                    <a:pt x="0" y="635878"/>
                  </a:lnTo>
                  <a:lnTo>
                    <a:pt x="0" y="602835"/>
                  </a:lnTo>
                  <a:lnTo>
                    <a:pt x="0" y="569791"/>
                  </a:lnTo>
                  <a:lnTo>
                    <a:pt x="0" y="536748"/>
                  </a:lnTo>
                  <a:lnTo>
                    <a:pt x="0" y="503705"/>
                  </a:lnTo>
                  <a:lnTo>
                    <a:pt x="0" y="470661"/>
                  </a:lnTo>
                  <a:lnTo>
                    <a:pt x="0" y="437618"/>
                  </a:lnTo>
                  <a:lnTo>
                    <a:pt x="0" y="404574"/>
                  </a:lnTo>
                  <a:lnTo>
                    <a:pt x="0" y="371531"/>
                  </a:lnTo>
                  <a:lnTo>
                    <a:pt x="0" y="338488"/>
                  </a:lnTo>
                  <a:lnTo>
                    <a:pt x="0" y="305444"/>
                  </a:lnTo>
                  <a:lnTo>
                    <a:pt x="0" y="272401"/>
                  </a:lnTo>
                  <a:lnTo>
                    <a:pt x="0" y="239358"/>
                  </a:lnTo>
                  <a:lnTo>
                    <a:pt x="0" y="206314"/>
                  </a:lnTo>
                  <a:lnTo>
                    <a:pt x="0" y="173271"/>
                  </a:lnTo>
                  <a:lnTo>
                    <a:pt x="0" y="140227"/>
                  </a:lnTo>
                  <a:lnTo>
                    <a:pt x="0" y="107184"/>
                  </a:lnTo>
                  <a:lnTo>
                    <a:pt x="0" y="74141"/>
                  </a:lnTo>
                  <a:lnTo>
                    <a:pt x="0" y="41097"/>
                  </a:lnTo>
                  <a:lnTo>
                    <a:pt x="0" y="80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08269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2651525"/>
                  </a:lnTo>
                  <a:lnTo>
                    <a:pt x="0" y="2618481"/>
                  </a:lnTo>
                  <a:lnTo>
                    <a:pt x="0" y="2585438"/>
                  </a:lnTo>
                  <a:lnTo>
                    <a:pt x="0" y="2552394"/>
                  </a:lnTo>
                  <a:lnTo>
                    <a:pt x="0" y="2519351"/>
                  </a:lnTo>
                  <a:lnTo>
                    <a:pt x="0" y="2486308"/>
                  </a:lnTo>
                  <a:lnTo>
                    <a:pt x="0" y="2453264"/>
                  </a:lnTo>
                  <a:lnTo>
                    <a:pt x="0" y="2420221"/>
                  </a:lnTo>
                  <a:lnTo>
                    <a:pt x="0" y="2387178"/>
                  </a:lnTo>
                  <a:lnTo>
                    <a:pt x="0" y="2354134"/>
                  </a:lnTo>
                  <a:lnTo>
                    <a:pt x="0" y="2321091"/>
                  </a:lnTo>
                  <a:lnTo>
                    <a:pt x="0" y="2288047"/>
                  </a:lnTo>
                  <a:lnTo>
                    <a:pt x="0" y="2255004"/>
                  </a:lnTo>
                  <a:lnTo>
                    <a:pt x="0" y="2221961"/>
                  </a:lnTo>
                  <a:lnTo>
                    <a:pt x="0" y="2188917"/>
                  </a:lnTo>
                  <a:lnTo>
                    <a:pt x="0" y="2155874"/>
                  </a:lnTo>
                  <a:lnTo>
                    <a:pt x="0" y="2122830"/>
                  </a:lnTo>
                  <a:lnTo>
                    <a:pt x="0" y="2089787"/>
                  </a:lnTo>
                  <a:lnTo>
                    <a:pt x="0" y="2056744"/>
                  </a:lnTo>
                  <a:lnTo>
                    <a:pt x="0" y="2023700"/>
                  </a:lnTo>
                  <a:lnTo>
                    <a:pt x="0" y="1990657"/>
                  </a:lnTo>
                  <a:lnTo>
                    <a:pt x="0" y="1957614"/>
                  </a:lnTo>
                  <a:lnTo>
                    <a:pt x="0" y="1924570"/>
                  </a:lnTo>
                  <a:lnTo>
                    <a:pt x="0" y="1891527"/>
                  </a:lnTo>
                  <a:lnTo>
                    <a:pt x="0" y="1858483"/>
                  </a:lnTo>
                  <a:lnTo>
                    <a:pt x="0" y="1825440"/>
                  </a:lnTo>
                  <a:lnTo>
                    <a:pt x="0" y="1792397"/>
                  </a:lnTo>
                  <a:lnTo>
                    <a:pt x="0" y="1759353"/>
                  </a:lnTo>
                  <a:lnTo>
                    <a:pt x="0" y="1726310"/>
                  </a:lnTo>
                  <a:lnTo>
                    <a:pt x="0" y="1693266"/>
                  </a:lnTo>
                  <a:lnTo>
                    <a:pt x="0" y="1660223"/>
                  </a:lnTo>
                  <a:lnTo>
                    <a:pt x="0" y="1627180"/>
                  </a:lnTo>
                  <a:lnTo>
                    <a:pt x="0" y="1594136"/>
                  </a:lnTo>
                  <a:lnTo>
                    <a:pt x="0" y="1561093"/>
                  </a:lnTo>
                  <a:lnTo>
                    <a:pt x="0" y="1528050"/>
                  </a:lnTo>
                  <a:lnTo>
                    <a:pt x="0" y="1495006"/>
                  </a:lnTo>
                  <a:lnTo>
                    <a:pt x="0" y="1461963"/>
                  </a:lnTo>
                  <a:lnTo>
                    <a:pt x="0" y="1428919"/>
                  </a:lnTo>
                  <a:lnTo>
                    <a:pt x="0" y="1395876"/>
                  </a:lnTo>
                  <a:lnTo>
                    <a:pt x="0" y="1362833"/>
                  </a:lnTo>
                  <a:lnTo>
                    <a:pt x="0" y="1329789"/>
                  </a:lnTo>
                  <a:lnTo>
                    <a:pt x="0" y="1296746"/>
                  </a:lnTo>
                  <a:lnTo>
                    <a:pt x="0" y="1263702"/>
                  </a:lnTo>
                  <a:lnTo>
                    <a:pt x="0" y="1230659"/>
                  </a:lnTo>
                  <a:lnTo>
                    <a:pt x="0" y="1197616"/>
                  </a:lnTo>
                  <a:lnTo>
                    <a:pt x="0" y="1164572"/>
                  </a:lnTo>
                  <a:lnTo>
                    <a:pt x="0" y="1131529"/>
                  </a:lnTo>
                  <a:lnTo>
                    <a:pt x="0" y="1098486"/>
                  </a:lnTo>
                  <a:lnTo>
                    <a:pt x="0" y="1065442"/>
                  </a:lnTo>
                  <a:lnTo>
                    <a:pt x="0" y="1032399"/>
                  </a:lnTo>
                  <a:lnTo>
                    <a:pt x="0" y="999355"/>
                  </a:lnTo>
                  <a:lnTo>
                    <a:pt x="0" y="966312"/>
                  </a:lnTo>
                  <a:lnTo>
                    <a:pt x="0" y="933269"/>
                  </a:lnTo>
                  <a:lnTo>
                    <a:pt x="0" y="900225"/>
                  </a:lnTo>
                  <a:lnTo>
                    <a:pt x="0" y="867182"/>
                  </a:lnTo>
                  <a:lnTo>
                    <a:pt x="0" y="834138"/>
                  </a:lnTo>
                  <a:lnTo>
                    <a:pt x="0" y="801095"/>
                  </a:lnTo>
                  <a:lnTo>
                    <a:pt x="0" y="768052"/>
                  </a:lnTo>
                  <a:lnTo>
                    <a:pt x="0" y="735008"/>
                  </a:lnTo>
                  <a:lnTo>
                    <a:pt x="0" y="701965"/>
                  </a:lnTo>
                  <a:lnTo>
                    <a:pt x="0" y="668922"/>
                  </a:lnTo>
                  <a:lnTo>
                    <a:pt x="0" y="635878"/>
                  </a:lnTo>
                  <a:lnTo>
                    <a:pt x="0" y="602835"/>
                  </a:lnTo>
                  <a:lnTo>
                    <a:pt x="0" y="569791"/>
                  </a:lnTo>
                  <a:lnTo>
                    <a:pt x="0" y="536748"/>
                  </a:lnTo>
                  <a:lnTo>
                    <a:pt x="0" y="503705"/>
                  </a:lnTo>
                  <a:lnTo>
                    <a:pt x="0" y="470661"/>
                  </a:lnTo>
                  <a:lnTo>
                    <a:pt x="0" y="437618"/>
                  </a:lnTo>
                  <a:lnTo>
                    <a:pt x="0" y="404574"/>
                  </a:lnTo>
                  <a:lnTo>
                    <a:pt x="0" y="371531"/>
                  </a:lnTo>
                  <a:lnTo>
                    <a:pt x="0" y="338488"/>
                  </a:lnTo>
                  <a:lnTo>
                    <a:pt x="0" y="305444"/>
                  </a:lnTo>
                  <a:lnTo>
                    <a:pt x="0" y="272401"/>
                  </a:lnTo>
                  <a:lnTo>
                    <a:pt x="0" y="239358"/>
                  </a:lnTo>
                  <a:lnTo>
                    <a:pt x="0" y="206314"/>
                  </a:lnTo>
                  <a:lnTo>
                    <a:pt x="0" y="173271"/>
                  </a:lnTo>
                  <a:lnTo>
                    <a:pt x="0" y="140227"/>
                  </a:lnTo>
                  <a:lnTo>
                    <a:pt x="0" y="107184"/>
                  </a:lnTo>
                  <a:lnTo>
                    <a:pt x="0" y="74141"/>
                  </a:lnTo>
                  <a:lnTo>
                    <a:pt x="0" y="41097"/>
                  </a:lnTo>
                  <a:lnTo>
                    <a:pt x="0" y="80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25577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2651525"/>
                  </a:lnTo>
                  <a:lnTo>
                    <a:pt x="0" y="2618481"/>
                  </a:lnTo>
                  <a:lnTo>
                    <a:pt x="0" y="2585438"/>
                  </a:lnTo>
                  <a:lnTo>
                    <a:pt x="0" y="2552394"/>
                  </a:lnTo>
                  <a:lnTo>
                    <a:pt x="0" y="2519351"/>
                  </a:lnTo>
                  <a:lnTo>
                    <a:pt x="0" y="2486308"/>
                  </a:lnTo>
                  <a:lnTo>
                    <a:pt x="0" y="2453264"/>
                  </a:lnTo>
                  <a:lnTo>
                    <a:pt x="0" y="2420221"/>
                  </a:lnTo>
                  <a:lnTo>
                    <a:pt x="0" y="2387178"/>
                  </a:lnTo>
                  <a:lnTo>
                    <a:pt x="0" y="2354134"/>
                  </a:lnTo>
                  <a:lnTo>
                    <a:pt x="0" y="2321091"/>
                  </a:lnTo>
                  <a:lnTo>
                    <a:pt x="0" y="2288047"/>
                  </a:lnTo>
                  <a:lnTo>
                    <a:pt x="0" y="2255004"/>
                  </a:lnTo>
                  <a:lnTo>
                    <a:pt x="0" y="2221961"/>
                  </a:lnTo>
                  <a:lnTo>
                    <a:pt x="0" y="2188917"/>
                  </a:lnTo>
                  <a:lnTo>
                    <a:pt x="0" y="2155874"/>
                  </a:lnTo>
                  <a:lnTo>
                    <a:pt x="0" y="2122830"/>
                  </a:lnTo>
                  <a:lnTo>
                    <a:pt x="0" y="2089787"/>
                  </a:lnTo>
                  <a:lnTo>
                    <a:pt x="0" y="2056744"/>
                  </a:lnTo>
                  <a:lnTo>
                    <a:pt x="0" y="2023700"/>
                  </a:lnTo>
                  <a:lnTo>
                    <a:pt x="0" y="1990657"/>
                  </a:lnTo>
                  <a:lnTo>
                    <a:pt x="0" y="1957614"/>
                  </a:lnTo>
                  <a:lnTo>
                    <a:pt x="0" y="1924570"/>
                  </a:lnTo>
                  <a:lnTo>
                    <a:pt x="0" y="1891527"/>
                  </a:lnTo>
                  <a:lnTo>
                    <a:pt x="0" y="1858483"/>
                  </a:lnTo>
                  <a:lnTo>
                    <a:pt x="0" y="1825440"/>
                  </a:lnTo>
                  <a:lnTo>
                    <a:pt x="0" y="1792397"/>
                  </a:lnTo>
                  <a:lnTo>
                    <a:pt x="0" y="1759353"/>
                  </a:lnTo>
                  <a:lnTo>
                    <a:pt x="0" y="1726310"/>
                  </a:lnTo>
                  <a:lnTo>
                    <a:pt x="0" y="1693266"/>
                  </a:lnTo>
                  <a:lnTo>
                    <a:pt x="0" y="1660223"/>
                  </a:lnTo>
                  <a:lnTo>
                    <a:pt x="0" y="1627180"/>
                  </a:lnTo>
                  <a:lnTo>
                    <a:pt x="0" y="1594136"/>
                  </a:lnTo>
                  <a:lnTo>
                    <a:pt x="0" y="1561093"/>
                  </a:lnTo>
                  <a:lnTo>
                    <a:pt x="0" y="1528050"/>
                  </a:lnTo>
                  <a:lnTo>
                    <a:pt x="0" y="1495006"/>
                  </a:lnTo>
                  <a:lnTo>
                    <a:pt x="0" y="1461963"/>
                  </a:lnTo>
                  <a:lnTo>
                    <a:pt x="0" y="1428919"/>
                  </a:lnTo>
                  <a:lnTo>
                    <a:pt x="0" y="1395876"/>
                  </a:lnTo>
                  <a:lnTo>
                    <a:pt x="0" y="1362833"/>
                  </a:lnTo>
                  <a:lnTo>
                    <a:pt x="0" y="1329789"/>
                  </a:lnTo>
                  <a:lnTo>
                    <a:pt x="0" y="1296746"/>
                  </a:lnTo>
                  <a:lnTo>
                    <a:pt x="0" y="1263702"/>
                  </a:lnTo>
                  <a:lnTo>
                    <a:pt x="0" y="1230659"/>
                  </a:lnTo>
                  <a:lnTo>
                    <a:pt x="0" y="1197616"/>
                  </a:lnTo>
                  <a:lnTo>
                    <a:pt x="0" y="1164572"/>
                  </a:lnTo>
                  <a:lnTo>
                    <a:pt x="0" y="1131529"/>
                  </a:lnTo>
                  <a:lnTo>
                    <a:pt x="0" y="1098486"/>
                  </a:lnTo>
                  <a:lnTo>
                    <a:pt x="0" y="1065442"/>
                  </a:lnTo>
                  <a:lnTo>
                    <a:pt x="0" y="1032399"/>
                  </a:lnTo>
                  <a:lnTo>
                    <a:pt x="0" y="999355"/>
                  </a:lnTo>
                  <a:lnTo>
                    <a:pt x="0" y="966312"/>
                  </a:lnTo>
                  <a:lnTo>
                    <a:pt x="0" y="933269"/>
                  </a:lnTo>
                  <a:lnTo>
                    <a:pt x="0" y="900225"/>
                  </a:lnTo>
                  <a:lnTo>
                    <a:pt x="0" y="867182"/>
                  </a:lnTo>
                  <a:lnTo>
                    <a:pt x="0" y="834138"/>
                  </a:lnTo>
                  <a:lnTo>
                    <a:pt x="0" y="801095"/>
                  </a:lnTo>
                  <a:lnTo>
                    <a:pt x="0" y="768052"/>
                  </a:lnTo>
                  <a:lnTo>
                    <a:pt x="0" y="735008"/>
                  </a:lnTo>
                  <a:lnTo>
                    <a:pt x="0" y="701965"/>
                  </a:lnTo>
                  <a:lnTo>
                    <a:pt x="0" y="668922"/>
                  </a:lnTo>
                  <a:lnTo>
                    <a:pt x="0" y="635878"/>
                  </a:lnTo>
                  <a:lnTo>
                    <a:pt x="0" y="602835"/>
                  </a:lnTo>
                  <a:lnTo>
                    <a:pt x="0" y="569791"/>
                  </a:lnTo>
                  <a:lnTo>
                    <a:pt x="0" y="536748"/>
                  </a:lnTo>
                  <a:lnTo>
                    <a:pt x="0" y="503705"/>
                  </a:lnTo>
                  <a:lnTo>
                    <a:pt x="0" y="470661"/>
                  </a:lnTo>
                  <a:lnTo>
                    <a:pt x="0" y="437618"/>
                  </a:lnTo>
                  <a:lnTo>
                    <a:pt x="0" y="404574"/>
                  </a:lnTo>
                  <a:lnTo>
                    <a:pt x="0" y="371531"/>
                  </a:lnTo>
                  <a:lnTo>
                    <a:pt x="0" y="338488"/>
                  </a:lnTo>
                  <a:lnTo>
                    <a:pt x="0" y="305444"/>
                  </a:lnTo>
                  <a:lnTo>
                    <a:pt x="0" y="272401"/>
                  </a:lnTo>
                  <a:lnTo>
                    <a:pt x="0" y="239358"/>
                  </a:lnTo>
                  <a:lnTo>
                    <a:pt x="0" y="206314"/>
                  </a:lnTo>
                  <a:lnTo>
                    <a:pt x="0" y="173271"/>
                  </a:lnTo>
                  <a:lnTo>
                    <a:pt x="0" y="140227"/>
                  </a:lnTo>
                  <a:lnTo>
                    <a:pt x="0" y="107184"/>
                  </a:lnTo>
                  <a:lnTo>
                    <a:pt x="0" y="74141"/>
                  </a:lnTo>
                  <a:lnTo>
                    <a:pt x="0" y="41097"/>
                  </a:lnTo>
                  <a:lnTo>
                    <a:pt x="0" y="805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32114" y="3986249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32114" y="3577337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032114" y="3168425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032114" y="2759513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032114" y="2350601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32114" y="1941690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32114" y="1532778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18811" y="0"/>
                  </a:lnTo>
                  <a:lnTo>
                    <a:pt x="55388" y="0"/>
                  </a:lnTo>
                  <a:lnTo>
                    <a:pt x="91965" y="0"/>
                  </a:lnTo>
                  <a:lnTo>
                    <a:pt x="128543" y="0"/>
                  </a:lnTo>
                  <a:lnTo>
                    <a:pt x="165120" y="0"/>
                  </a:lnTo>
                  <a:lnTo>
                    <a:pt x="201697" y="0"/>
                  </a:lnTo>
                  <a:lnTo>
                    <a:pt x="238275" y="0"/>
                  </a:lnTo>
                  <a:lnTo>
                    <a:pt x="274852" y="0"/>
                  </a:lnTo>
                  <a:lnTo>
                    <a:pt x="311429" y="0"/>
                  </a:lnTo>
                  <a:lnTo>
                    <a:pt x="348007" y="0"/>
                  </a:lnTo>
                  <a:lnTo>
                    <a:pt x="384584" y="0"/>
                  </a:lnTo>
                  <a:lnTo>
                    <a:pt x="421161" y="0"/>
                  </a:lnTo>
                  <a:lnTo>
                    <a:pt x="457739" y="0"/>
                  </a:lnTo>
                  <a:lnTo>
                    <a:pt x="494316" y="0"/>
                  </a:lnTo>
                  <a:lnTo>
                    <a:pt x="530893" y="0"/>
                  </a:lnTo>
                  <a:lnTo>
                    <a:pt x="567471" y="0"/>
                  </a:lnTo>
                  <a:lnTo>
                    <a:pt x="604048" y="0"/>
                  </a:lnTo>
                  <a:lnTo>
                    <a:pt x="640625" y="0"/>
                  </a:lnTo>
                  <a:lnTo>
                    <a:pt x="677203" y="0"/>
                  </a:lnTo>
                  <a:lnTo>
                    <a:pt x="713780" y="0"/>
                  </a:lnTo>
                  <a:lnTo>
                    <a:pt x="750357" y="0"/>
                  </a:lnTo>
                  <a:lnTo>
                    <a:pt x="786935" y="0"/>
                  </a:lnTo>
                  <a:lnTo>
                    <a:pt x="823512" y="0"/>
                  </a:lnTo>
                  <a:lnTo>
                    <a:pt x="860089" y="0"/>
                  </a:lnTo>
                  <a:lnTo>
                    <a:pt x="896667" y="0"/>
                  </a:lnTo>
                  <a:lnTo>
                    <a:pt x="933244" y="0"/>
                  </a:lnTo>
                  <a:lnTo>
                    <a:pt x="969821" y="0"/>
                  </a:lnTo>
                  <a:lnTo>
                    <a:pt x="1006399" y="0"/>
                  </a:lnTo>
                  <a:lnTo>
                    <a:pt x="1042976" y="0"/>
                  </a:lnTo>
                  <a:lnTo>
                    <a:pt x="1079553" y="0"/>
                  </a:lnTo>
                  <a:lnTo>
                    <a:pt x="1116131" y="0"/>
                  </a:lnTo>
                  <a:lnTo>
                    <a:pt x="1152708" y="0"/>
                  </a:lnTo>
                  <a:lnTo>
                    <a:pt x="1189285" y="0"/>
                  </a:lnTo>
                  <a:lnTo>
                    <a:pt x="1225863" y="0"/>
                  </a:lnTo>
                  <a:lnTo>
                    <a:pt x="1262440" y="0"/>
                  </a:lnTo>
                  <a:lnTo>
                    <a:pt x="1299017" y="0"/>
                  </a:lnTo>
                  <a:lnTo>
                    <a:pt x="1335595" y="0"/>
                  </a:lnTo>
                  <a:lnTo>
                    <a:pt x="1372172" y="0"/>
                  </a:lnTo>
                  <a:lnTo>
                    <a:pt x="1408750" y="0"/>
                  </a:lnTo>
                  <a:lnTo>
                    <a:pt x="1445327" y="0"/>
                  </a:lnTo>
                  <a:lnTo>
                    <a:pt x="1481904" y="0"/>
                  </a:lnTo>
                  <a:lnTo>
                    <a:pt x="1518482" y="0"/>
                  </a:lnTo>
                  <a:lnTo>
                    <a:pt x="1555059" y="0"/>
                  </a:lnTo>
                  <a:lnTo>
                    <a:pt x="1591636" y="0"/>
                  </a:lnTo>
                  <a:lnTo>
                    <a:pt x="1628214" y="0"/>
                  </a:lnTo>
                  <a:lnTo>
                    <a:pt x="1664791" y="0"/>
                  </a:lnTo>
                  <a:lnTo>
                    <a:pt x="1701368" y="0"/>
                  </a:lnTo>
                  <a:lnTo>
                    <a:pt x="1737946" y="0"/>
                  </a:lnTo>
                  <a:lnTo>
                    <a:pt x="1774523" y="0"/>
                  </a:lnTo>
                  <a:lnTo>
                    <a:pt x="1811100" y="0"/>
                  </a:lnTo>
                  <a:lnTo>
                    <a:pt x="1847678" y="0"/>
                  </a:lnTo>
                  <a:lnTo>
                    <a:pt x="1884255" y="0"/>
                  </a:lnTo>
                  <a:lnTo>
                    <a:pt x="1920832" y="0"/>
                  </a:lnTo>
                  <a:lnTo>
                    <a:pt x="1957410" y="0"/>
                  </a:lnTo>
                  <a:lnTo>
                    <a:pt x="1993987" y="0"/>
                  </a:lnTo>
                  <a:lnTo>
                    <a:pt x="2030564" y="0"/>
                  </a:lnTo>
                  <a:lnTo>
                    <a:pt x="2067142" y="0"/>
                  </a:lnTo>
                  <a:lnTo>
                    <a:pt x="2103719" y="0"/>
                  </a:lnTo>
                  <a:lnTo>
                    <a:pt x="2140296" y="0"/>
                  </a:lnTo>
                  <a:lnTo>
                    <a:pt x="2176874" y="0"/>
                  </a:lnTo>
                  <a:lnTo>
                    <a:pt x="2213451" y="0"/>
                  </a:lnTo>
                  <a:lnTo>
                    <a:pt x="2250028" y="0"/>
                  </a:lnTo>
                  <a:lnTo>
                    <a:pt x="2286606" y="0"/>
                  </a:lnTo>
                  <a:lnTo>
                    <a:pt x="2323183" y="0"/>
                  </a:lnTo>
                  <a:lnTo>
                    <a:pt x="2359760" y="0"/>
                  </a:lnTo>
                  <a:lnTo>
                    <a:pt x="2396338" y="0"/>
                  </a:lnTo>
                  <a:lnTo>
                    <a:pt x="2432915" y="0"/>
                  </a:lnTo>
                  <a:lnTo>
                    <a:pt x="2469492" y="0"/>
                  </a:lnTo>
                  <a:lnTo>
                    <a:pt x="2506070" y="0"/>
                  </a:lnTo>
                  <a:lnTo>
                    <a:pt x="2542647" y="0"/>
                  </a:lnTo>
                  <a:lnTo>
                    <a:pt x="2579224" y="0"/>
                  </a:lnTo>
                  <a:lnTo>
                    <a:pt x="2615802" y="0"/>
                  </a:lnTo>
                  <a:lnTo>
                    <a:pt x="2652379" y="0"/>
                  </a:lnTo>
                  <a:lnTo>
                    <a:pt x="2688956" y="0"/>
                  </a:lnTo>
                  <a:lnTo>
                    <a:pt x="2725534" y="0"/>
                  </a:lnTo>
                  <a:lnTo>
                    <a:pt x="2762111" y="0"/>
                  </a:lnTo>
                  <a:lnTo>
                    <a:pt x="2798688" y="0"/>
                  </a:lnTo>
                  <a:lnTo>
                    <a:pt x="2835266" y="0"/>
                  </a:lnTo>
                  <a:lnTo>
                    <a:pt x="2871843" y="0"/>
                  </a:lnTo>
                  <a:lnTo>
                    <a:pt x="2908420" y="0"/>
                  </a:lnTo>
                  <a:lnTo>
                    <a:pt x="2944998" y="0"/>
                  </a:lnTo>
                  <a:lnTo>
                    <a:pt x="2981575" y="0"/>
                  </a:lnTo>
                  <a:lnTo>
                    <a:pt x="3018152" y="0"/>
                  </a:lnTo>
                  <a:lnTo>
                    <a:pt x="3052117" y="0"/>
                  </a:lnTo>
                  <a:lnTo>
                    <a:pt x="3052117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9"/>
            <p:cNvSpPr/>
            <p:nvPr/>
          </p:nvSpPr>
          <p:spPr>
            <a:xfrm>
              <a:off x="2772453" y="2292441"/>
              <a:ext cx="922957" cy="1096693"/>
            </a:xfrm>
            <a:custGeom>
              <a:avLst/>
              <a:pathLst>
                <a:path w="922957" h="1096693">
                  <a:moveTo>
                    <a:pt x="914399" y="914400"/>
                  </a:moveTo>
                  <a:lnTo>
                    <a:pt x="909368" y="928815"/>
                  </a:lnTo>
                  <a:lnTo>
                    <a:pt x="902437" y="931251"/>
                  </a:lnTo>
                  <a:lnTo>
                    <a:pt x="895789" y="936053"/>
                  </a:lnTo>
                  <a:lnTo>
                    <a:pt x="893414" y="981666"/>
                  </a:lnTo>
                  <a:lnTo>
                    <a:pt x="905518" y="998997"/>
                  </a:lnTo>
                  <a:lnTo>
                    <a:pt x="898870" y="1001423"/>
                  </a:lnTo>
                  <a:lnTo>
                    <a:pt x="892788" y="1006614"/>
                  </a:lnTo>
                  <a:lnTo>
                    <a:pt x="888443" y="1014291"/>
                  </a:lnTo>
                  <a:lnTo>
                    <a:pt x="883998" y="1030814"/>
                  </a:lnTo>
                  <a:lnTo>
                    <a:pt x="867296" y="1040178"/>
                  </a:lnTo>
                  <a:lnTo>
                    <a:pt x="860971" y="1047106"/>
                  </a:lnTo>
                  <a:lnTo>
                    <a:pt x="851646" y="1062520"/>
                  </a:lnTo>
                  <a:lnTo>
                    <a:pt x="846786" y="1084893"/>
                  </a:lnTo>
                  <a:lnTo>
                    <a:pt x="837339" y="1094437"/>
                  </a:lnTo>
                  <a:lnTo>
                    <a:pt x="826730" y="1096693"/>
                  </a:lnTo>
                  <a:lnTo>
                    <a:pt x="832954" y="1078364"/>
                  </a:lnTo>
                  <a:lnTo>
                    <a:pt x="841107" y="1063429"/>
                  </a:lnTo>
                  <a:lnTo>
                    <a:pt x="833267" y="1053186"/>
                  </a:lnTo>
                  <a:lnTo>
                    <a:pt x="828549" y="1037153"/>
                  </a:lnTo>
                  <a:lnTo>
                    <a:pt x="822456" y="1024854"/>
                  </a:lnTo>
                  <a:lnTo>
                    <a:pt x="827306" y="1011117"/>
                  </a:lnTo>
                  <a:lnTo>
                    <a:pt x="824921" y="988605"/>
                  </a:lnTo>
                  <a:lnTo>
                    <a:pt x="825709" y="966632"/>
                  </a:lnTo>
                  <a:lnTo>
                    <a:pt x="832782" y="955540"/>
                  </a:lnTo>
                  <a:lnTo>
                    <a:pt x="840885" y="946495"/>
                  </a:lnTo>
                  <a:lnTo>
                    <a:pt x="853505" y="925700"/>
                  </a:lnTo>
                  <a:lnTo>
                    <a:pt x="867185" y="910626"/>
                  </a:lnTo>
                  <a:lnTo>
                    <a:pt x="886271" y="903847"/>
                  </a:lnTo>
                  <a:lnTo>
                    <a:pt x="894889" y="910097"/>
                  </a:lnTo>
                  <a:lnTo>
                    <a:pt x="898607" y="896390"/>
                  </a:lnTo>
                  <a:lnTo>
                    <a:pt x="904761" y="893265"/>
                  </a:lnTo>
                  <a:lnTo>
                    <a:pt x="910540" y="896430"/>
                  </a:lnTo>
                  <a:lnTo>
                    <a:pt x="922957" y="90952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2512081" y="2613830"/>
              <a:ext cx="980669" cy="914399"/>
            </a:xfrm>
            <a:custGeom>
              <a:avLst/>
              <a:pathLst>
                <a:path w="980669" h="914399">
                  <a:moveTo>
                    <a:pt x="914400" y="914399"/>
                  </a:moveTo>
                  <a:lnTo>
                    <a:pt x="909691" y="913671"/>
                  </a:lnTo>
                  <a:lnTo>
                    <a:pt x="906549" y="899944"/>
                  </a:lnTo>
                  <a:lnTo>
                    <a:pt x="905811" y="864623"/>
                  </a:lnTo>
                  <a:lnTo>
                    <a:pt x="907691" y="847173"/>
                  </a:lnTo>
                  <a:lnTo>
                    <a:pt x="930252" y="784229"/>
                  </a:lnTo>
                  <a:lnTo>
                    <a:pt x="940326" y="779087"/>
                  </a:lnTo>
                  <a:lnTo>
                    <a:pt x="954491" y="740512"/>
                  </a:lnTo>
                  <a:lnTo>
                    <a:pt x="958310" y="723351"/>
                  </a:lnTo>
                  <a:lnTo>
                    <a:pt x="964453" y="707897"/>
                  </a:lnTo>
                  <a:lnTo>
                    <a:pt x="968080" y="694080"/>
                  </a:lnTo>
                  <a:lnTo>
                    <a:pt x="971122" y="688500"/>
                  </a:lnTo>
                  <a:lnTo>
                    <a:pt x="977729" y="691115"/>
                  </a:lnTo>
                  <a:lnTo>
                    <a:pt x="980669" y="693661"/>
                  </a:lnTo>
                  <a:lnTo>
                    <a:pt x="973708" y="701707"/>
                  </a:lnTo>
                  <a:lnTo>
                    <a:pt x="974516" y="712180"/>
                  </a:lnTo>
                  <a:lnTo>
                    <a:pt x="974031" y="716522"/>
                  </a:lnTo>
                  <a:lnTo>
                    <a:pt x="956461" y="762076"/>
                  </a:lnTo>
                  <a:lnTo>
                    <a:pt x="951763" y="791656"/>
                  </a:lnTo>
                  <a:lnTo>
                    <a:pt x="945529" y="798874"/>
                  </a:lnTo>
                  <a:lnTo>
                    <a:pt x="919714" y="90410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1994106" y="1512332"/>
              <a:ext cx="2226786" cy="2198640"/>
            </a:xfrm>
            <a:custGeom>
              <a:avLst/>
              <a:pathLst>
                <a:path w="2226786" h="2198640">
                  <a:moveTo>
                    <a:pt x="914400" y="1470136"/>
                  </a:moveTo>
                  <a:lnTo>
                    <a:pt x="921937" y="1473510"/>
                  </a:lnTo>
                  <a:lnTo>
                    <a:pt x="932202" y="1466751"/>
                  </a:lnTo>
                  <a:lnTo>
                    <a:pt x="939386" y="1447823"/>
                  </a:lnTo>
                  <a:lnTo>
                    <a:pt x="943488" y="1419421"/>
                  </a:lnTo>
                  <a:lnTo>
                    <a:pt x="948277" y="1392366"/>
                  </a:lnTo>
                  <a:lnTo>
                    <a:pt x="942609" y="1363425"/>
                  </a:lnTo>
                  <a:lnTo>
                    <a:pt x="936557" y="1338008"/>
                  </a:lnTo>
                  <a:lnTo>
                    <a:pt x="936133" y="1330540"/>
                  </a:lnTo>
                  <a:lnTo>
                    <a:pt x="952015" y="1309097"/>
                  </a:lnTo>
                  <a:lnTo>
                    <a:pt x="956875" y="1291656"/>
                  </a:lnTo>
                  <a:lnTo>
                    <a:pt x="962139" y="1275054"/>
                  </a:lnTo>
                  <a:lnTo>
                    <a:pt x="967949" y="1269403"/>
                  </a:lnTo>
                  <a:lnTo>
                    <a:pt x="976598" y="1268116"/>
                  </a:lnTo>
                  <a:lnTo>
                    <a:pt x="986671" y="1264991"/>
                  </a:lnTo>
                  <a:lnTo>
                    <a:pt x="999371" y="1253879"/>
                  </a:lnTo>
                  <a:lnTo>
                    <a:pt x="1010758" y="1238995"/>
                  </a:lnTo>
                  <a:lnTo>
                    <a:pt x="1019457" y="1225347"/>
                  </a:lnTo>
                  <a:lnTo>
                    <a:pt x="1022408" y="1198343"/>
                  </a:lnTo>
                  <a:lnTo>
                    <a:pt x="1022529" y="1184776"/>
                  </a:lnTo>
                  <a:lnTo>
                    <a:pt x="1026358" y="1174703"/>
                  </a:lnTo>
                  <a:lnTo>
                    <a:pt x="1030066" y="1155026"/>
                  </a:lnTo>
                  <a:lnTo>
                    <a:pt x="1026459" y="1135618"/>
                  </a:lnTo>
                  <a:lnTo>
                    <a:pt x="1015234" y="1106178"/>
                  </a:lnTo>
                  <a:lnTo>
                    <a:pt x="1001715" y="1064778"/>
                  </a:lnTo>
                  <a:lnTo>
                    <a:pt x="999594" y="1042176"/>
                  </a:lnTo>
                  <a:lnTo>
                    <a:pt x="1005757" y="1037983"/>
                  </a:lnTo>
                  <a:lnTo>
                    <a:pt x="1017538" y="1034239"/>
                  </a:lnTo>
                  <a:lnTo>
                    <a:pt x="1039826" y="1033151"/>
                  </a:lnTo>
                  <a:lnTo>
                    <a:pt x="1042211" y="1030485"/>
                  </a:lnTo>
                  <a:lnTo>
                    <a:pt x="1044464" y="1020592"/>
                  </a:lnTo>
                  <a:lnTo>
                    <a:pt x="1049486" y="1007155"/>
                  </a:lnTo>
                  <a:lnTo>
                    <a:pt x="1054851" y="997371"/>
                  </a:lnTo>
                  <a:lnTo>
                    <a:pt x="1058518" y="983375"/>
                  </a:lnTo>
                  <a:lnTo>
                    <a:pt x="1060286" y="970696"/>
                  </a:lnTo>
                  <a:lnTo>
                    <a:pt x="1047536" y="951598"/>
                  </a:lnTo>
                  <a:lnTo>
                    <a:pt x="1030834" y="932051"/>
                  </a:lnTo>
                  <a:lnTo>
                    <a:pt x="1019528" y="925572"/>
                  </a:lnTo>
                  <a:lnTo>
                    <a:pt x="999381" y="909120"/>
                  </a:lnTo>
                  <a:lnTo>
                    <a:pt x="985236" y="895363"/>
                  </a:lnTo>
                  <a:lnTo>
                    <a:pt x="993339" y="843001"/>
                  </a:lnTo>
                  <a:lnTo>
                    <a:pt x="999371" y="804036"/>
                  </a:lnTo>
                  <a:lnTo>
                    <a:pt x="1000341" y="794562"/>
                  </a:lnTo>
                  <a:lnTo>
                    <a:pt x="1000564" y="779877"/>
                  </a:lnTo>
                  <a:lnTo>
                    <a:pt x="981013" y="717253"/>
                  </a:lnTo>
                  <a:lnTo>
                    <a:pt x="981771" y="703326"/>
                  </a:lnTo>
                  <a:lnTo>
                    <a:pt x="983630" y="690787"/>
                  </a:lnTo>
                  <a:lnTo>
                    <a:pt x="981538" y="669403"/>
                  </a:lnTo>
                  <a:lnTo>
                    <a:pt x="980397" y="650275"/>
                  </a:lnTo>
                  <a:lnTo>
                    <a:pt x="983751" y="644475"/>
                  </a:lnTo>
                  <a:lnTo>
                    <a:pt x="991733" y="633683"/>
                  </a:lnTo>
                  <a:lnTo>
                    <a:pt x="984125" y="616941"/>
                  </a:lnTo>
                  <a:lnTo>
                    <a:pt x="983509" y="615584"/>
                  </a:lnTo>
                  <a:lnTo>
                    <a:pt x="969151" y="574173"/>
                  </a:lnTo>
                  <a:lnTo>
                    <a:pt x="991107" y="533172"/>
                  </a:lnTo>
                  <a:lnTo>
                    <a:pt x="987287" y="511968"/>
                  </a:lnTo>
                  <a:lnTo>
                    <a:pt x="1000402" y="496584"/>
                  </a:lnTo>
                  <a:lnTo>
                    <a:pt x="1024277" y="461343"/>
                  </a:lnTo>
                  <a:lnTo>
                    <a:pt x="1037705" y="441527"/>
                  </a:lnTo>
                  <a:lnTo>
                    <a:pt x="1040554" y="438062"/>
                  </a:lnTo>
                  <a:lnTo>
                    <a:pt x="1051183" y="429357"/>
                  </a:lnTo>
                  <a:lnTo>
                    <a:pt x="1071340" y="419034"/>
                  </a:lnTo>
                  <a:lnTo>
                    <a:pt x="1093679" y="414003"/>
                  </a:lnTo>
                  <a:lnTo>
                    <a:pt x="1103621" y="414063"/>
                  </a:lnTo>
                  <a:lnTo>
                    <a:pt x="1142015" y="421051"/>
                  </a:lnTo>
                  <a:lnTo>
                    <a:pt x="1172003" y="426492"/>
                  </a:lnTo>
                  <a:lnTo>
                    <a:pt x="1176368" y="421031"/>
                  </a:lnTo>
                  <a:lnTo>
                    <a:pt x="1182632" y="409830"/>
                  </a:lnTo>
                  <a:lnTo>
                    <a:pt x="1190695" y="393877"/>
                  </a:lnTo>
                  <a:lnTo>
                    <a:pt x="1191402" y="376137"/>
                  </a:lnTo>
                  <a:lnTo>
                    <a:pt x="1188492" y="350080"/>
                  </a:lnTo>
                  <a:lnTo>
                    <a:pt x="1184117" y="334487"/>
                  </a:lnTo>
                  <a:lnTo>
                    <a:pt x="1163000" y="324354"/>
                  </a:lnTo>
                  <a:lnTo>
                    <a:pt x="1139903" y="310457"/>
                  </a:lnTo>
                  <a:lnTo>
                    <a:pt x="1168305" y="266451"/>
                  </a:lnTo>
                  <a:lnTo>
                    <a:pt x="1187997" y="235913"/>
                  </a:lnTo>
                  <a:lnTo>
                    <a:pt x="1212549" y="189970"/>
                  </a:lnTo>
                  <a:lnTo>
                    <a:pt x="1220187" y="170852"/>
                  </a:lnTo>
                  <a:lnTo>
                    <a:pt x="1225714" y="163265"/>
                  </a:lnTo>
                  <a:lnTo>
                    <a:pt x="1232938" y="92743"/>
                  </a:lnTo>
                  <a:lnTo>
                    <a:pt x="1237727" y="73017"/>
                  </a:lnTo>
                  <a:lnTo>
                    <a:pt x="1241738" y="62714"/>
                  </a:lnTo>
                  <a:lnTo>
                    <a:pt x="1241799" y="52132"/>
                  </a:lnTo>
                  <a:lnTo>
                    <a:pt x="1239192" y="34292"/>
                  </a:lnTo>
                  <a:lnTo>
                    <a:pt x="1233319" y="0"/>
                  </a:lnTo>
                  <a:lnTo>
                    <a:pt x="2206070" y="0"/>
                  </a:lnTo>
                  <a:lnTo>
                    <a:pt x="2210145" y="8106"/>
                  </a:lnTo>
                  <a:lnTo>
                    <a:pt x="2215773" y="22522"/>
                  </a:lnTo>
                  <a:lnTo>
                    <a:pt x="2226786" y="60258"/>
                  </a:lnTo>
                  <a:lnTo>
                    <a:pt x="2199375" y="64970"/>
                  </a:lnTo>
                  <a:lnTo>
                    <a:pt x="2178773" y="55506"/>
                  </a:lnTo>
                  <a:lnTo>
                    <a:pt x="2168498" y="60248"/>
                  </a:lnTo>
                  <a:lnTo>
                    <a:pt x="2150523" y="60448"/>
                  </a:lnTo>
                  <a:lnTo>
                    <a:pt x="2130114" y="64172"/>
                  </a:lnTo>
                  <a:lnTo>
                    <a:pt x="2123233" y="71579"/>
                  </a:lnTo>
                  <a:lnTo>
                    <a:pt x="2117828" y="74554"/>
                  </a:lnTo>
                  <a:lnTo>
                    <a:pt x="2098893" y="64102"/>
                  </a:lnTo>
                  <a:lnTo>
                    <a:pt x="2081020" y="46831"/>
                  </a:lnTo>
                  <a:lnTo>
                    <a:pt x="2067956" y="59999"/>
                  </a:lnTo>
                  <a:lnTo>
                    <a:pt x="2059499" y="62494"/>
                  </a:lnTo>
                  <a:lnTo>
                    <a:pt x="2051901" y="50574"/>
                  </a:lnTo>
                  <a:lnTo>
                    <a:pt x="2045263" y="48638"/>
                  </a:lnTo>
                  <a:lnTo>
                    <a:pt x="2041676" y="52611"/>
                  </a:lnTo>
                  <a:lnTo>
                    <a:pt x="2038534" y="63143"/>
                  </a:lnTo>
                  <a:lnTo>
                    <a:pt x="2033533" y="71429"/>
                  </a:lnTo>
                  <a:lnTo>
                    <a:pt x="2032229" y="76670"/>
                  </a:lnTo>
                  <a:lnTo>
                    <a:pt x="2031361" y="97825"/>
                  </a:lnTo>
                  <a:lnTo>
                    <a:pt x="2030057" y="102727"/>
                  </a:lnTo>
                  <a:lnTo>
                    <a:pt x="2012699" y="99991"/>
                  </a:lnTo>
                  <a:lnTo>
                    <a:pt x="2013740" y="105542"/>
                  </a:lnTo>
                  <a:lnTo>
                    <a:pt x="2017519" y="108337"/>
                  </a:lnTo>
                  <a:lnTo>
                    <a:pt x="2019044" y="111861"/>
                  </a:lnTo>
                  <a:lnTo>
                    <a:pt x="2012750" y="116493"/>
                  </a:lnTo>
                  <a:lnTo>
                    <a:pt x="1995513" y="116054"/>
                  </a:lnTo>
                  <a:lnTo>
                    <a:pt x="1993755" y="120966"/>
                  </a:lnTo>
                  <a:lnTo>
                    <a:pt x="1998604" y="128733"/>
                  </a:lnTo>
                  <a:lnTo>
                    <a:pt x="1994826" y="135531"/>
                  </a:lnTo>
                  <a:lnTo>
                    <a:pt x="1991320" y="138207"/>
                  </a:lnTo>
                  <a:lnTo>
                    <a:pt x="1970739" y="142430"/>
                  </a:lnTo>
                  <a:lnTo>
                    <a:pt x="1958826" y="141461"/>
                  </a:lnTo>
                  <a:lnTo>
                    <a:pt x="1955421" y="145864"/>
                  </a:lnTo>
                  <a:lnTo>
                    <a:pt x="1954472" y="151584"/>
                  </a:lnTo>
                  <a:lnTo>
                    <a:pt x="1956725" y="157195"/>
                  </a:lnTo>
                  <a:lnTo>
                    <a:pt x="1961979" y="160180"/>
                  </a:lnTo>
                  <a:lnTo>
                    <a:pt x="1963706" y="163744"/>
                  </a:lnTo>
                  <a:lnTo>
                    <a:pt x="1963343" y="171461"/>
                  </a:lnTo>
                  <a:lnTo>
                    <a:pt x="1958968" y="172859"/>
                  </a:lnTo>
                  <a:lnTo>
                    <a:pt x="1946550" y="159301"/>
                  </a:lnTo>
                  <a:lnTo>
                    <a:pt x="1942772" y="160000"/>
                  </a:lnTo>
                  <a:lnTo>
                    <a:pt x="1945611" y="167048"/>
                  </a:lnTo>
                  <a:lnTo>
                    <a:pt x="1952703" y="174735"/>
                  </a:lnTo>
                  <a:lnTo>
                    <a:pt x="1956806" y="182582"/>
                  </a:lnTo>
                  <a:lnTo>
                    <a:pt x="1960392" y="192026"/>
                  </a:lnTo>
                  <a:lnTo>
                    <a:pt x="1959695" y="199184"/>
                  </a:lnTo>
                  <a:lnTo>
                    <a:pt x="1944277" y="222305"/>
                  </a:lnTo>
                  <a:lnTo>
                    <a:pt x="1930708" y="236911"/>
                  </a:lnTo>
                  <a:lnTo>
                    <a:pt x="1920584" y="250069"/>
                  </a:lnTo>
                  <a:lnTo>
                    <a:pt x="1914613" y="264015"/>
                  </a:lnTo>
                  <a:lnTo>
                    <a:pt x="1921524" y="271043"/>
                  </a:lnTo>
                  <a:lnTo>
                    <a:pt x="1929212" y="281186"/>
                  </a:lnTo>
                  <a:lnTo>
                    <a:pt x="1934618" y="300684"/>
                  </a:lnTo>
                  <a:lnTo>
                    <a:pt x="1941064" y="318064"/>
                  </a:lnTo>
                  <a:lnTo>
                    <a:pt x="1954078" y="334676"/>
                  </a:lnTo>
                  <a:lnTo>
                    <a:pt x="1951461" y="344280"/>
                  </a:lnTo>
                  <a:lnTo>
                    <a:pt x="1948430" y="351748"/>
                  </a:lnTo>
                  <a:lnTo>
                    <a:pt x="1926777" y="368190"/>
                  </a:lnTo>
                  <a:lnTo>
                    <a:pt x="1902225" y="392968"/>
                  </a:lnTo>
                  <a:lnTo>
                    <a:pt x="1875764" y="456382"/>
                  </a:lnTo>
                  <a:lnTo>
                    <a:pt x="1866964" y="464877"/>
                  </a:lnTo>
                  <a:lnTo>
                    <a:pt x="1843796" y="475619"/>
                  </a:lnTo>
                  <a:lnTo>
                    <a:pt x="1835279" y="486012"/>
                  </a:lnTo>
                  <a:lnTo>
                    <a:pt x="1818032" y="498371"/>
                  </a:lnTo>
                  <a:lnTo>
                    <a:pt x="1787923" y="508983"/>
                  </a:lnTo>
                  <a:lnTo>
                    <a:pt x="1774262" y="523778"/>
                  </a:lnTo>
                  <a:lnTo>
                    <a:pt x="1768099" y="539082"/>
                  </a:lnTo>
                  <a:lnTo>
                    <a:pt x="1761239" y="540171"/>
                  </a:lnTo>
                  <a:lnTo>
                    <a:pt x="1754439" y="534191"/>
                  </a:lnTo>
                  <a:lnTo>
                    <a:pt x="1745366" y="529738"/>
                  </a:lnTo>
                  <a:lnTo>
                    <a:pt x="1744184" y="539721"/>
                  </a:lnTo>
                  <a:lnTo>
                    <a:pt x="1744568" y="547049"/>
                  </a:lnTo>
                  <a:lnTo>
                    <a:pt x="1730049" y="536187"/>
                  </a:lnTo>
                  <a:lnTo>
                    <a:pt x="1723199" y="546150"/>
                  </a:lnTo>
                  <a:lnTo>
                    <a:pt x="1717844" y="562792"/>
                  </a:lnTo>
                  <a:lnTo>
                    <a:pt x="1696949" y="585205"/>
                  </a:lnTo>
                  <a:lnTo>
                    <a:pt x="1674428" y="581172"/>
                  </a:lnTo>
                  <a:lnTo>
                    <a:pt x="1671902" y="585125"/>
                  </a:lnTo>
                  <a:lnTo>
                    <a:pt x="1677894" y="587990"/>
                  </a:lnTo>
                  <a:lnTo>
                    <a:pt x="1678803" y="591574"/>
                  </a:lnTo>
                  <a:lnTo>
                    <a:pt x="1674711" y="593481"/>
                  </a:lnTo>
                  <a:lnTo>
                    <a:pt x="1668517" y="593281"/>
                  </a:lnTo>
                  <a:lnTo>
                    <a:pt x="1658959" y="597714"/>
                  </a:lnTo>
                  <a:lnTo>
                    <a:pt x="1652675" y="597364"/>
                  </a:lnTo>
                  <a:lnTo>
                    <a:pt x="1649694" y="607966"/>
                  </a:lnTo>
                  <a:lnTo>
                    <a:pt x="1644834" y="620825"/>
                  </a:lnTo>
                  <a:lnTo>
                    <a:pt x="1632114" y="626146"/>
                  </a:lnTo>
                  <a:lnTo>
                    <a:pt x="1625547" y="627244"/>
                  </a:lnTo>
                  <a:lnTo>
                    <a:pt x="1622303" y="634552"/>
                  </a:lnTo>
                  <a:lnTo>
                    <a:pt x="1641874" y="636089"/>
                  </a:lnTo>
                  <a:lnTo>
                    <a:pt x="1640308" y="642279"/>
                  </a:lnTo>
                  <a:lnTo>
                    <a:pt x="1639863" y="648468"/>
                  </a:lnTo>
                  <a:lnTo>
                    <a:pt x="1637843" y="655107"/>
                  </a:lnTo>
                  <a:lnTo>
                    <a:pt x="1615594" y="664671"/>
                  </a:lnTo>
                  <a:lnTo>
                    <a:pt x="1612169" y="672208"/>
                  </a:lnTo>
                  <a:lnTo>
                    <a:pt x="1607522" y="676880"/>
                  </a:lnTo>
                  <a:lnTo>
                    <a:pt x="1597630" y="676611"/>
                  </a:lnTo>
                  <a:lnTo>
                    <a:pt x="1597994" y="672258"/>
                  </a:lnTo>
                  <a:lnTo>
                    <a:pt x="1599610" y="667337"/>
                  </a:lnTo>
                  <a:lnTo>
                    <a:pt x="1584869" y="667776"/>
                  </a:lnTo>
                  <a:lnTo>
                    <a:pt x="1580272" y="656964"/>
                  </a:lnTo>
                  <a:lnTo>
                    <a:pt x="1577473" y="659739"/>
                  </a:lnTo>
                  <a:lnTo>
                    <a:pt x="1579130" y="668465"/>
                  </a:lnTo>
                  <a:lnTo>
                    <a:pt x="1582990" y="677539"/>
                  </a:lnTo>
                  <a:lnTo>
                    <a:pt x="1587284" y="690847"/>
                  </a:lnTo>
                  <a:lnTo>
                    <a:pt x="1583798" y="699263"/>
                  </a:lnTo>
                  <a:lnTo>
                    <a:pt x="1579898" y="703436"/>
                  </a:lnTo>
                  <a:lnTo>
                    <a:pt x="1582737" y="707289"/>
                  </a:lnTo>
                  <a:lnTo>
                    <a:pt x="1590608" y="710224"/>
                  </a:lnTo>
                  <a:lnTo>
                    <a:pt x="1593791" y="715485"/>
                  </a:lnTo>
                  <a:lnTo>
                    <a:pt x="1584455" y="719998"/>
                  </a:lnTo>
                  <a:lnTo>
                    <a:pt x="1572805" y="735482"/>
                  </a:lnTo>
                  <a:lnTo>
                    <a:pt x="1560731" y="735861"/>
                  </a:lnTo>
                  <a:lnTo>
                    <a:pt x="1553346" y="746084"/>
                  </a:lnTo>
                  <a:lnTo>
                    <a:pt x="1545505" y="746054"/>
                  </a:lnTo>
                  <a:lnTo>
                    <a:pt x="1539130" y="739615"/>
                  </a:lnTo>
                  <a:lnTo>
                    <a:pt x="1528915" y="734324"/>
                  </a:lnTo>
                  <a:lnTo>
                    <a:pt x="1525621" y="743648"/>
                  </a:lnTo>
                  <a:lnTo>
                    <a:pt x="1525096" y="751066"/>
                  </a:lnTo>
                  <a:lnTo>
                    <a:pt x="1530855" y="769834"/>
                  </a:lnTo>
                  <a:lnTo>
                    <a:pt x="1541848" y="784360"/>
                  </a:lnTo>
                  <a:lnTo>
                    <a:pt x="1552032" y="790629"/>
                  </a:lnTo>
                  <a:lnTo>
                    <a:pt x="1544707" y="794862"/>
                  </a:lnTo>
                  <a:lnTo>
                    <a:pt x="1539251" y="804266"/>
                  </a:lnTo>
                  <a:lnTo>
                    <a:pt x="1532674" y="833637"/>
                  </a:lnTo>
                  <a:lnTo>
                    <a:pt x="1529097" y="845197"/>
                  </a:lnTo>
                  <a:lnTo>
                    <a:pt x="1525217" y="865603"/>
                  </a:lnTo>
                  <a:lnTo>
                    <a:pt x="1527672" y="882824"/>
                  </a:lnTo>
                  <a:lnTo>
                    <a:pt x="1529642" y="891290"/>
                  </a:lnTo>
                  <a:lnTo>
                    <a:pt x="1534624" y="902780"/>
                  </a:lnTo>
                  <a:lnTo>
                    <a:pt x="1521085" y="901303"/>
                  </a:lnTo>
                  <a:lnTo>
                    <a:pt x="1506788" y="894584"/>
                  </a:lnTo>
                  <a:lnTo>
                    <a:pt x="1508778" y="908531"/>
                  </a:lnTo>
                  <a:lnTo>
                    <a:pt x="1499998" y="925013"/>
                  </a:lnTo>
                  <a:lnTo>
                    <a:pt x="1501635" y="939548"/>
                  </a:lnTo>
                  <a:lnTo>
                    <a:pt x="1503464" y="949022"/>
                  </a:lnTo>
                  <a:lnTo>
                    <a:pt x="1500746" y="964686"/>
                  </a:lnTo>
                  <a:lnTo>
                    <a:pt x="1504878" y="969608"/>
                  </a:lnTo>
                  <a:lnTo>
                    <a:pt x="1507121" y="978942"/>
                  </a:lnTo>
                  <a:lnTo>
                    <a:pt x="1503423" y="985831"/>
                  </a:lnTo>
                  <a:lnTo>
                    <a:pt x="1505070" y="991761"/>
                  </a:lnTo>
                  <a:lnTo>
                    <a:pt x="1505687" y="1012765"/>
                  </a:lnTo>
                  <a:lnTo>
                    <a:pt x="1508495" y="1045620"/>
                  </a:lnTo>
                  <a:lnTo>
                    <a:pt x="1507465" y="1052568"/>
                  </a:lnTo>
                  <a:lnTo>
                    <a:pt x="1515326" y="1081130"/>
                  </a:lnTo>
                  <a:lnTo>
                    <a:pt x="1513497" y="1091143"/>
                  </a:lnTo>
                  <a:lnTo>
                    <a:pt x="1512436" y="1103902"/>
                  </a:lnTo>
                  <a:lnTo>
                    <a:pt x="1523701" y="1116161"/>
                  </a:lnTo>
                  <a:lnTo>
                    <a:pt x="1533755" y="1115962"/>
                  </a:lnTo>
                  <a:lnTo>
                    <a:pt x="1543939" y="1115772"/>
                  </a:lnTo>
                  <a:lnTo>
                    <a:pt x="1547829" y="1118847"/>
                  </a:lnTo>
                  <a:lnTo>
                    <a:pt x="1551729" y="1127522"/>
                  </a:lnTo>
                  <a:lnTo>
                    <a:pt x="1554871" y="1137765"/>
                  </a:lnTo>
                  <a:lnTo>
                    <a:pt x="1563257" y="1136916"/>
                  </a:lnTo>
                  <a:lnTo>
                    <a:pt x="1576645" y="1128580"/>
                  </a:lnTo>
                  <a:lnTo>
                    <a:pt x="1585354" y="1126594"/>
                  </a:lnTo>
                  <a:lnTo>
                    <a:pt x="1591103" y="1142617"/>
                  </a:lnTo>
                  <a:lnTo>
                    <a:pt x="1606744" y="1163781"/>
                  </a:lnTo>
                  <a:lnTo>
                    <a:pt x="1615847" y="1173265"/>
                  </a:lnTo>
                  <a:lnTo>
                    <a:pt x="1631316" y="1178257"/>
                  </a:lnTo>
                  <a:lnTo>
                    <a:pt x="1647613" y="1195338"/>
                  </a:lnTo>
                  <a:lnTo>
                    <a:pt x="1645330" y="1215923"/>
                  </a:lnTo>
                  <a:lnTo>
                    <a:pt x="1652129" y="1222802"/>
                  </a:lnTo>
                  <a:lnTo>
                    <a:pt x="1671357" y="1230928"/>
                  </a:lnTo>
                  <a:lnTo>
                    <a:pt x="1678156" y="1241890"/>
                  </a:lnTo>
                  <a:lnTo>
                    <a:pt x="1681420" y="1251234"/>
                  </a:lnTo>
                  <a:lnTo>
                    <a:pt x="1686482" y="1258981"/>
                  </a:lnTo>
                  <a:lnTo>
                    <a:pt x="1692403" y="1282391"/>
                  </a:lnTo>
                  <a:lnTo>
                    <a:pt x="1690341" y="1296817"/>
                  </a:lnTo>
                  <a:lnTo>
                    <a:pt x="1682592" y="1301779"/>
                  </a:lnTo>
                  <a:lnTo>
                    <a:pt x="1664294" y="1317233"/>
                  </a:lnTo>
                  <a:lnTo>
                    <a:pt x="1656140" y="1328773"/>
                  </a:lnTo>
                  <a:lnTo>
                    <a:pt x="1649745" y="1335961"/>
                  </a:lnTo>
                  <a:lnTo>
                    <a:pt x="1631568" y="1351375"/>
                  </a:lnTo>
                  <a:lnTo>
                    <a:pt x="1624910" y="1354141"/>
                  </a:lnTo>
                  <a:lnTo>
                    <a:pt x="1618535" y="1362157"/>
                  </a:lnTo>
                  <a:lnTo>
                    <a:pt x="1612371" y="1365661"/>
                  </a:lnTo>
                  <a:lnTo>
                    <a:pt x="1606855" y="1363645"/>
                  </a:lnTo>
                  <a:lnTo>
                    <a:pt x="1586233" y="1378160"/>
                  </a:lnTo>
                  <a:lnTo>
                    <a:pt x="1587840" y="1384360"/>
                  </a:lnTo>
                  <a:lnTo>
                    <a:pt x="1603652" y="1386985"/>
                  </a:lnTo>
                  <a:lnTo>
                    <a:pt x="1611715" y="1383871"/>
                  </a:lnTo>
                  <a:lnTo>
                    <a:pt x="1617918" y="1376573"/>
                  </a:lnTo>
                  <a:lnTo>
                    <a:pt x="1624698" y="1374896"/>
                  </a:lnTo>
                  <a:lnTo>
                    <a:pt x="1630881" y="1376274"/>
                  </a:lnTo>
                  <a:lnTo>
                    <a:pt x="1637439" y="1370523"/>
                  </a:lnTo>
                  <a:lnTo>
                    <a:pt x="1642581" y="1368227"/>
                  </a:lnTo>
                  <a:lnTo>
                    <a:pt x="1647896" y="1370982"/>
                  </a:lnTo>
                  <a:lnTo>
                    <a:pt x="1653827" y="1384769"/>
                  </a:lnTo>
                  <a:lnTo>
                    <a:pt x="1641520" y="1391947"/>
                  </a:lnTo>
                  <a:lnTo>
                    <a:pt x="1632791" y="1392277"/>
                  </a:lnTo>
                  <a:lnTo>
                    <a:pt x="1628527" y="1414889"/>
                  </a:lnTo>
                  <a:lnTo>
                    <a:pt x="1623243" y="1424602"/>
                  </a:lnTo>
                  <a:lnTo>
                    <a:pt x="1619454" y="1429274"/>
                  </a:lnTo>
                  <a:lnTo>
                    <a:pt x="1600085" y="1438898"/>
                  </a:lnTo>
                  <a:lnTo>
                    <a:pt x="1587304" y="1451098"/>
                  </a:lnTo>
                  <a:lnTo>
                    <a:pt x="1572240" y="1460921"/>
                  </a:lnTo>
                  <a:lnTo>
                    <a:pt x="1565662" y="1458785"/>
                  </a:lnTo>
                  <a:lnTo>
                    <a:pt x="1555750" y="1468768"/>
                  </a:lnTo>
                  <a:lnTo>
                    <a:pt x="1533724" y="1480588"/>
                  </a:lnTo>
                  <a:lnTo>
                    <a:pt x="1522439" y="1496511"/>
                  </a:lnTo>
                  <a:lnTo>
                    <a:pt x="1497109" y="1510757"/>
                  </a:lnTo>
                  <a:lnTo>
                    <a:pt x="1484206" y="1522348"/>
                  </a:lnTo>
                  <a:lnTo>
                    <a:pt x="1449157" y="1522957"/>
                  </a:lnTo>
                  <a:lnTo>
                    <a:pt x="1415683" y="1520411"/>
                  </a:lnTo>
                  <a:lnTo>
                    <a:pt x="1405175" y="1525922"/>
                  </a:lnTo>
                  <a:lnTo>
                    <a:pt x="1415916" y="1527629"/>
                  </a:lnTo>
                  <a:lnTo>
                    <a:pt x="1423443" y="1533040"/>
                  </a:lnTo>
                  <a:lnTo>
                    <a:pt x="1432465" y="1530784"/>
                  </a:lnTo>
                  <a:lnTo>
                    <a:pt x="1453673" y="1533489"/>
                  </a:lnTo>
                  <a:lnTo>
                    <a:pt x="1464585" y="1536434"/>
                  </a:lnTo>
                  <a:lnTo>
                    <a:pt x="1478589" y="1555382"/>
                  </a:lnTo>
                  <a:lnTo>
                    <a:pt x="1468293" y="1562121"/>
                  </a:lnTo>
                  <a:lnTo>
                    <a:pt x="1450460" y="1567292"/>
                  </a:lnTo>
                  <a:lnTo>
                    <a:pt x="1457149" y="1594167"/>
                  </a:lnTo>
                  <a:lnTo>
                    <a:pt x="1462665" y="1612286"/>
                  </a:lnTo>
                  <a:lnTo>
                    <a:pt x="1455441" y="1623218"/>
                  </a:lnTo>
                  <a:lnTo>
                    <a:pt x="1454906" y="1672954"/>
                  </a:lnTo>
                  <a:lnTo>
                    <a:pt x="1444772" y="1673903"/>
                  </a:lnTo>
                  <a:lnTo>
                    <a:pt x="1440467" y="1694478"/>
                  </a:lnTo>
                  <a:lnTo>
                    <a:pt x="1443660" y="1704970"/>
                  </a:lnTo>
                  <a:lnTo>
                    <a:pt x="1443408" y="1729339"/>
                  </a:lnTo>
                  <a:lnTo>
                    <a:pt x="1445519" y="1744354"/>
                  </a:lnTo>
                  <a:lnTo>
                    <a:pt x="1450490" y="1758181"/>
                  </a:lnTo>
                  <a:lnTo>
                    <a:pt x="1448278" y="1772597"/>
                  </a:lnTo>
                  <a:lnTo>
                    <a:pt x="1432253" y="1806340"/>
                  </a:lnTo>
                  <a:lnTo>
                    <a:pt x="1432617" y="1822173"/>
                  </a:lnTo>
                  <a:lnTo>
                    <a:pt x="1435496" y="1831577"/>
                  </a:lnTo>
                  <a:lnTo>
                    <a:pt x="1437628" y="1846612"/>
                  </a:lnTo>
                  <a:lnTo>
                    <a:pt x="1430344" y="1875513"/>
                  </a:lnTo>
                  <a:lnTo>
                    <a:pt x="1425201" y="1899663"/>
                  </a:lnTo>
                  <a:lnTo>
                    <a:pt x="1419088" y="1919989"/>
                  </a:lnTo>
                  <a:lnTo>
                    <a:pt x="1405408" y="1944378"/>
                  </a:lnTo>
                  <a:lnTo>
                    <a:pt x="1398598" y="1962607"/>
                  </a:lnTo>
                  <a:lnTo>
                    <a:pt x="1382664" y="2019491"/>
                  </a:lnTo>
                  <a:lnTo>
                    <a:pt x="1374763" y="2030782"/>
                  </a:lnTo>
                  <a:lnTo>
                    <a:pt x="1365074" y="2039458"/>
                  </a:lnTo>
                  <a:lnTo>
                    <a:pt x="1354273" y="2031431"/>
                  </a:lnTo>
                  <a:lnTo>
                    <a:pt x="1344371" y="2027058"/>
                  </a:lnTo>
                  <a:lnTo>
                    <a:pt x="1332277" y="2027587"/>
                  </a:lnTo>
                  <a:lnTo>
                    <a:pt x="1313333" y="2034166"/>
                  </a:lnTo>
                  <a:lnTo>
                    <a:pt x="1284841" y="2029794"/>
                  </a:lnTo>
                  <a:lnTo>
                    <a:pt x="1256995" y="2031900"/>
                  </a:lnTo>
                  <a:lnTo>
                    <a:pt x="1249953" y="2037581"/>
                  </a:lnTo>
                  <a:lnTo>
                    <a:pt x="1254176" y="2058226"/>
                  </a:lnTo>
                  <a:lnTo>
                    <a:pt x="1243911" y="2060931"/>
                  </a:lnTo>
                  <a:lnTo>
                    <a:pt x="1233878" y="2055061"/>
                  </a:lnTo>
                  <a:lnTo>
                    <a:pt x="1225047" y="2062069"/>
                  </a:lnTo>
                  <a:lnTo>
                    <a:pt x="1217671" y="2069757"/>
                  </a:lnTo>
                  <a:lnTo>
                    <a:pt x="1203183" y="2087996"/>
                  </a:lnTo>
                  <a:lnTo>
                    <a:pt x="1198333" y="2099227"/>
                  </a:lnTo>
                  <a:lnTo>
                    <a:pt x="1197080" y="2120381"/>
                  </a:lnTo>
                  <a:lnTo>
                    <a:pt x="1204688" y="2139349"/>
                  </a:lnTo>
                  <a:lnTo>
                    <a:pt x="1211437" y="2161562"/>
                  </a:lnTo>
                  <a:lnTo>
                    <a:pt x="1194059" y="2188367"/>
                  </a:lnTo>
                  <a:lnTo>
                    <a:pt x="1184360" y="2189275"/>
                  </a:lnTo>
                  <a:lnTo>
                    <a:pt x="1156049" y="2181838"/>
                  </a:lnTo>
                  <a:lnTo>
                    <a:pt x="1105874" y="2198640"/>
                  </a:lnTo>
                  <a:lnTo>
                    <a:pt x="1060812" y="2185352"/>
                  </a:lnTo>
                  <a:lnTo>
                    <a:pt x="1066480" y="2170996"/>
                  </a:lnTo>
                  <a:lnTo>
                    <a:pt x="1066288" y="2160444"/>
                  </a:lnTo>
                  <a:lnTo>
                    <a:pt x="1068834" y="2144211"/>
                  </a:lnTo>
                  <a:lnTo>
                    <a:pt x="1070350" y="2127609"/>
                  </a:lnTo>
                  <a:lnTo>
                    <a:pt x="1069925" y="2116498"/>
                  </a:lnTo>
                  <a:lnTo>
                    <a:pt x="1066621" y="2104658"/>
                  </a:lnTo>
                  <a:lnTo>
                    <a:pt x="1055507" y="2089164"/>
                  </a:lnTo>
                  <a:lnTo>
                    <a:pt x="1030470" y="2036872"/>
                  </a:lnTo>
                  <a:lnTo>
                    <a:pt x="1023065" y="2014799"/>
                  </a:lnTo>
                  <a:lnTo>
                    <a:pt x="1017912" y="2005604"/>
                  </a:lnTo>
                  <a:lnTo>
                    <a:pt x="1021620" y="2005105"/>
                  </a:lnTo>
                  <a:lnTo>
                    <a:pt x="1042241" y="2016955"/>
                  </a:lnTo>
                  <a:lnTo>
                    <a:pt x="1047051" y="2015498"/>
                  </a:lnTo>
                  <a:lnTo>
                    <a:pt x="1052102" y="2011045"/>
                  </a:lnTo>
                  <a:lnTo>
                    <a:pt x="1045949" y="1994084"/>
                  </a:lnTo>
                  <a:lnTo>
                    <a:pt x="1040665" y="1986407"/>
                  </a:lnTo>
                  <a:lnTo>
                    <a:pt x="1037078" y="1974926"/>
                  </a:lnTo>
                  <a:lnTo>
                    <a:pt x="1049152" y="1971821"/>
                  </a:lnTo>
                  <a:lnTo>
                    <a:pt x="1057872" y="1972510"/>
                  </a:lnTo>
                  <a:lnTo>
                    <a:pt x="1064298" y="1959592"/>
                  </a:lnTo>
                  <a:lnTo>
                    <a:pt x="1060590" y="1938707"/>
                  </a:lnTo>
                  <a:lnTo>
                    <a:pt x="1051223" y="1932278"/>
                  </a:lnTo>
                  <a:lnTo>
                    <a:pt x="1043403" y="1929483"/>
                  </a:lnTo>
                  <a:lnTo>
                    <a:pt x="1028409" y="1896678"/>
                  </a:lnTo>
                  <a:lnTo>
                    <a:pt x="1012769" y="1879686"/>
                  </a:lnTo>
                  <a:lnTo>
                    <a:pt x="984873" y="1814147"/>
                  </a:lnTo>
                  <a:lnTo>
                    <a:pt x="974668" y="1769162"/>
                  </a:lnTo>
                  <a:lnTo>
                    <a:pt x="965181" y="1773435"/>
                  </a:lnTo>
                  <a:lnTo>
                    <a:pt x="960573" y="1753838"/>
                  </a:lnTo>
                  <a:lnTo>
                    <a:pt x="957269" y="1735279"/>
                  </a:lnTo>
                  <a:lnTo>
                    <a:pt x="956613" y="1721632"/>
                  </a:lnTo>
                  <a:lnTo>
                    <a:pt x="941740" y="1713816"/>
                  </a:lnTo>
                  <a:lnTo>
                    <a:pt x="941134" y="1704252"/>
                  </a:lnTo>
                  <a:lnTo>
                    <a:pt x="938456" y="1661573"/>
                  </a:lnTo>
                  <a:lnTo>
                    <a:pt x="922503" y="1655843"/>
                  </a:lnTo>
                  <a:lnTo>
                    <a:pt x="912187" y="1631893"/>
                  </a:lnTo>
                  <a:lnTo>
                    <a:pt x="910348" y="1586580"/>
                  </a:lnTo>
                  <a:lnTo>
                    <a:pt x="899840" y="1578333"/>
                  </a:lnTo>
                  <a:lnTo>
                    <a:pt x="891383" y="1580620"/>
                  </a:lnTo>
                  <a:lnTo>
                    <a:pt x="891777" y="1569389"/>
                  </a:lnTo>
                  <a:lnTo>
                    <a:pt x="893798" y="1558846"/>
                  </a:lnTo>
                  <a:lnTo>
                    <a:pt x="888857" y="1517077"/>
                  </a:lnTo>
                  <a:lnTo>
                    <a:pt x="887211" y="1478951"/>
                  </a:lnTo>
                  <a:lnTo>
                    <a:pt x="883199" y="1467440"/>
                  </a:lnTo>
                  <a:lnTo>
                    <a:pt x="880926" y="1453963"/>
                  </a:lnTo>
                  <a:lnTo>
                    <a:pt x="882967" y="1442322"/>
                  </a:lnTo>
                  <a:lnTo>
                    <a:pt x="885958" y="1435634"/>
                  </a:lnTo>
                  <a:lnTo>
                    <a:pt x="896253" y="1433877"/>
                  </a:lnTo>
                  <a:lnTo>
                    <a:pt x="905872" y="1444169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2787417" y="2282597"/>
              <a:ext cx="934374" cy="914400"/>
            </a:xfrm>
            <a:custGeom>
              <a:avLst/>
              <a:pathLst>
                <a:path w="934374" h="914400">
                  <a:moveTo>
                    <a:pt x="914399" y="914400"/>
                  </a:moveTo>
                  <a:lnTo>
                    <a:pt x="909034" y="913431"/>
                  </a:lnTo>
                  <a:lnTo>
                    <a:pt x="904144" y="904017"/>
                  </a:lnTo>
                  <a:lnTo>
                    <a:pt x="914036" y="889641"/>
                  </a:lnTo>
                  <a:lnTo>
                    <a:pt x="929171" y="890420"/>
                  </a:lnTo>
                  <a:lnTo>
                    <a:pt x="934374" y="893415"/>
                  </a:lnTo>
                  <a:lnTo>
                    <a:pt x="916259" y="90165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2708113" y="2045566"/>
              <a:ext cx="926160" cy="914400"/>
            </a:xfrm>
            <a:custGeom>
              <a:avLst/>
              <a:pathLst>
                <a:path w="926160" h="914400">
                  <a:moveTo>
                    <a:pt x="914400" y="914400"/>
                  </a:moveTo>
                  <a:lnTo>
                    <a:pt x="912126" y="913781"/>
                  </a:lnTo>
                  <a:lnTo>
                    <a:pt x="914955" y="904287"/>
                  </a:lnTo>
                  <a:lnTo>
                    <a:pt x="917057" y="900183"/>
                  </a:lnTo>
                  <a:lnTo>
                    <a:pt x="924028" y="896350"/>
                  </a:lnTo>
                  <a:lnTo>
                    <a:pt x="926160" y="897019"/>
                  </a:lnTo>
                  <a:lnTo>
                    <a:pt x="918987" y="912453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2728643" y="1960170"/>
              <a:ext cx="927656" cy="914400"/>
            </a:xfrm>
            <a:custGeom>
              <a:avLst/>
              <a:pathLst>
                <a:path w="927656" h="914400">
                  <a:moveTo>
                    <a:pt x="914399" y="914400"/>
                  </a:moveTo>
                  <a:lnTo>
                    <a:pt x="911793" y="906103"/>
                  </a:lnTo>
                  <a:lnTo>
                    <a:pt x="912833" y="904476"/>
                  </a:lnTo>
                  <a:lnTo>
                    <a:pt x="914612" y="896290"/>
                  </a:lnTo>
                  <a:lnTo>
                    <a:pt x="919633" y="891798"/>
                  </a:lnTo>
                  <a:lnTo>
                    <a:pt x="927656" y="894493"/>
                  </a:lnTo>
                  <a:lnTo>
                    <a:pt x="927605" y="896540"/>
                  </a:lnTo>
                  <a:lnTo>
                    <a:pt x="919936" y="903168"/>
                  </a:lnTo>
                  <a:lnTo>
                    <a:pt x="916996" y="90763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4052356" y="3247893"/>
              <a:ext cx="972477" cy="922366"/>
            </a:xfrm>
            <a:custGeom>
              <a:avLst/>
              <a:pathLst>
                <a:path w="972477" h="922366">
                  <a:moveTo>
                    <a:pt x="914400" y="914400"/>
                  </a:moveTo>
                  <a:lnTo>
                    <a:pt x="916865" y="905025"/>
                  </a:lnTo>
                  <a:lnTo>
                    <a:pt x="919916" y="902729"/>
                  </a:lnTo>
                  <a:lnTo>
                    <a:pt x="934930" y="901411"/>
                  </a:lnTo>
                  <a:lnTo>
                    <a:pt x="945822" y="901731"/>
                  </a:lnTo>
                  <a:lnTo>
                    <a:pt x="954016" y="905155"/>
                  </a:lnTo>
                  <a:lnTo>
                    <a:pt x="957118" y="912782"/>
                  </a:lnTo>
                  <a:lnTo>
                    <a:pt x="964595" y="921098"/>
                  </a:lnTo>
                  <a:lnTo>
                    <a:pt x="972477" y="922366"/>
                  </a:lnTo>
                  <a:lnTo>
                    <a:pt x="911218" y="922366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4144037" y="1512332"/>
              <a:ext cx="940194" cy="2657927"/>
            </a:xfrm>
            <a:custGeom>
              <a:avLst/>
              <a:pathLst>
                <a:path w="940194" h="2657927">
                  <a:moveTo>
                    <a:pt x="914400" y="2652127"/>
                  </a:moveTo>
                  <a:lnTo>
                    <a:pt x="932566" y="2635315"/>
                  </a:lnTo>
                  <a:lnTo>
                    <a:pt x="937022" y="2623105"/>
                  </a:lnTo>
                  <a:lnTo>
                    <a:pt x="940194" y="2620678"/>
                  </a:lnTo>
                  <a:lnTo>
                    <a:pt x="940194" y="2569380"/>
                  </a:lnTo>
                  <a:lnTo>
                    <a:pt x="937052" y="2566541"/>
                  </a:lnTo>
                  <a:lnTo>
                    <a:pt x="934233" y="2559942"/>
                  </a:lnTo>
                  <a:lnTo>
                    <a:pt x="932455" y="2552165"/>
                  </a:lnTo>
                  <a:lnTo>
                    <a:pt x="935122" y="2544797"/>
                  </a:lnTo>
                  <a:lnTo>
                    <a:pt x="935041" y="2536701"/>
                  </a:lnTo>
                  <a:lnTo>
                    <a:pt x="909196" y="2518641"/>
                  </a:lnTo>
                  <a:lnTo>
                    <a:pt x="887655" y="2515447"/>
                  </a:lnTo>
                  <a:lnTo>
                    <a:pt x="869923" y="2516455"/>
                  </a:lnTo>
                  <a:lnTo>
                    <a:pt x="863032" y="2512671"/>
                  </a:lnTo>
                  <a:lnTo>
                    <a:pt x="866013" y="2503567"/>
                  </a:lnTo>
                  <a:lnTo>
                    <a:pt x="870388" y="2487204"/>
                  </a:lnTo>
                  <a:lnTo>
                    <a:pt x="871681" y="2473757"/>
                  </a:lnTo>
                  <a:lnTo>
                    <a:pt x="870459" y="2467637"/>
                  </a:lnTo>
                  <a:lnTo>
                    <a:pt x="866943" y="2462486"/>
                  </a:lnTo>
                  <a:lnTo>
                    <a:pt x="850019" y="2451185"/>
                  </a:lnTo>
                  <a:lnTo>
                    <a:pt x="826760" y="2433854"/>
                  </a:lnTo>
                  <a:lnTo>
                    <a:pt x="815949" y="2414277"/>
                  </a:lnTo>
                  <a:lnTo>
                    <a:pt x="810402" y="2393841"/>
                  </a:lnTo>
                  <a:lnTo>
                    <a:pt x="804118" y="2381302"/>
                  </a:lnTo>
                  <a:lnTo>
                    <a:pt x="792741" y="2373366"/>
                  </a:lnTo>
                  <a:lnTo>
                    <a:pt x="793479" y="2368194"/>
                  </a:lnTo>
                  <a:lnTo>
                    <a:pt x="801026" y="2349007"/>
                  </a:lnTo>
                  <a:lnTo>
                    <a:pt x="800743" y="2346062"/>
                  </a:lnTo>
                  <a:lnTo>
                    <a:pt x="797551" y="2341330"/>
                  </a:lnTo>
                  <a:lnTo>
                    <a:pt x="783365" y="2331636"/>
                  </a:lnTo>
                  <a:lnTo>
                    <a:pt x="764188" y="2313776"/>
                  </a:lnTo>
                  <a:lnTo>
                    <a:pt x="763380" y="2309124"/>
                  </a:lnTo>
                  <a:lnTo>
                    <a:pt x="764774" y="2297893"/>
                  </a:lnTo>
                  <a:lnTo>
                    <a:pt x="767401" y="2286841"/>
                  </a:lnTo>
                  <a:lnTo>
                    <a:pt x="771220" y="2281580"/>
                  </a:lnTo>
                  <a:lnTo>
                    <a:pt x="782698" y="2259138"/>
                  </a:lnTo>
                  <a:lnTo>
                    <a:pt x="782698" y="2251511"/>
                  </a:lnTo>
                  <a:lnTo>
                    <a:pt x="780748" y="2241328"/>
                  </a:lnTo>
                  <a:lnTo>
                    <a:pt x="772322" y="2223777"/>
                  </a:lnTo>
                  <a:lnTo>
                    <a:pt x="765805" y="2212476"/>
                  </a:lnTo>
                  <a:lnTo>
                    <a:pt x="765401" y="2206696"/>
                  </a:lnTo>
                  <a:lnTo>
                    <a:pt x="766482" y="2201934"/>
                  </a:lnTo>
                  <a:lnTo>
                    <a:pt x="770705" y="2195774"/>
                  </a:lnTo>
                  <a:lnTo>
                    <a:pt x="774716" y="2188207"/>
                  </a:lnTo>
                  <a:lnTo>
                    <a:pt x="775565" y="2162051"/>
                  </a:lnTo>
                  <a:lnTo>
                    <a:pt x="775363" y="2152917"/>
                  </a:lnTo>
                  <a:lnTo>
                    <a:pt x="772817" y="2147526"/>
                  </a:lnTo>
                  <a:lnTo>
                    <a:pt x="770099" y="2145249"/>
                  </a:lnTo>
                  <a:lnTo>
                    <a:pt x="764390" y="2146557"/>
                  </a:lnTo>
                  <a:lnTo>
                    <a:pt x="756206" y="2142265"/>
                  </a:lnTo>
                  <a:lnTo>
                    <a:pt x="750063" y="2135446"/>
                  </a:lnTo>
                  <a:lnTo>
                    <a:pt x="746264" y="2133240"/>
                  </a:lnTo>
                  <a:lnTo>
                    <a:pt x="742243" y="2126281"/>
                  </a:lnTo>
                  <a:lnTo>
                    <a:pt x="730725" y="2112275"/>
                  </a:lnTo>
                  <a:lnTo>
                    <a:pt x="728745" y="2108591"/>
                  </a:lnTo>
                  <a:lnTo>
                    <a:pt x="705708" y="2096651"/>
                  </a:lnTo>
                  <a:lnTo>
                    <a:pt x="685955" y="2098448"/>
                  </a:lnTo>
                  <a:lnTo>
                    <a:pt x="675023" y="2096641"/>
                  </a:lnTo>
                  <a:lnTo>
                    <a:pt x="669294" y="2099287"/>
                  </a:lnTo>
                  <a:lnTo>
                    <a:pt x="663323" y="2106894"/>
                  </a:lnTo>
                  <a:lnTo>
                    <a:pt x="655069" y="2111946"/>
                  </a:lnTo>
                  <a:lnTo>
                    <a:pt x="648905" y="2112085"/>
                  </a:lnTo>
                  <a:lnTo>
                    <a:pt x="643267" y="2115879"/>
                  </a:lnTo>
                  <a:lnTo>
                    <a:pt x="627970" y="2129496"/>
                  </a:lnTo>
                  <a:lnTo>
                    <a:pt x="620807" y="2121260"/>
                  </a:lnTo>
                  <a:lnTo>
                    <a:pt x="614644" y="2109090"/>
                  </a:lnTo>
                  <a:lnTo>
                    <a:pt x="616685" y="2098798"/>
                  </a:lnTo>
                  <a:lnTo>
                    <a:pt x="619251" y="2089324"/>
                  </a:lnTo>
                  <a:lnTo>
                    <a:pt x="619059" y="2082954"/>
                  </a:lnTo>
                  <a:lnTo>
                    <a:pt x="616877" y="2077533"/>
                  </a:lnTo>
                  <a:lnTo>
                    <a:pt x="607359" y="2071573"/>
                  </a:lnTo>
                  <a:lnTo>
                    <a:pt x="587121" y="2060682"/>
                  </a:lnTo>
                  <a:lnTo>
                    <a:pt x="581362" y="2060552"/>
                  </a:lnTo>
                  <a:lnTo>
                    <a:pt x="572643" y="2064575"/>
                  </a:lnTo>
                  <a:lnTo>
                    <a:pt x="556841" y="2076745"/>
                  </a:lnTo>
                  <a:lnTo>
                    <a:pt x="551263" y="2074129"/>
                  </a:lnTo>
                  <a:lnTo>
                    <a:pt x="546090" y="2064465"/>
                  </a:lnTo>
                  <a:lnTo>
                    <a:pt x="540513" y="2052376"/>
                  </a:lnTo>
                  <a:lnTo>
                    <a:pt x="532966" y="2046196"/>
                  </a:lnTo>
                  <a:lnTo>
                    <a:pt x="516729" y="2046805"/>
                  </a:lnTo>
                  <a:lnTo>
                    <a:pt x="515183" y="2047274"/>
                  </a:lnTo>
                  <a:lnTo>
                    <a:pt x="507343" y="2054263"/>
                  </a:lnTo>
                  <a:lnTo>
                    <a:pt x="504029" y="2053574"/>
                  </a:lnTo>
                  <a:lnTo>
                    <a:pt x="489924" y="2035784"/>
                  </a:lnTo>
                  <a:lnTo>
                    <a:pt x="492551" y="2026090"/>
                  </a:lnTo>
                  <a:lnTo>
                    <a:pt x="495521" y="2011764"/>
                  </a:lnTo>
                  <a:lnTo>
                    <a:pt x="494450" y="2000483"/>
                  </a:lnTo>
                  <a:lnTo>
                    <a:pt x="492127" y="1985908"/>
                  </a:lnTo>
                  <a:lnTo>
                    <a:pt x="486085" y="1960590"/>
                  </a:lnTo>
                  <a:lnTo>
                    <a:pt x="485286" y="1953432"/>
                  </a:lnTo>
                  <a:lnTo>
                    <a:pt x="475395" y="1942361"/>
                  </a:lnTo>
                  <a:lnTo>
                    <a:pt x="473748" y="1933067"/>
                  </a:lnTo>
                  <a:lnTo>
                    <a:pt x="468555" y="1921127"/>
                  </a:lnTo>
                  <a:lnTo>
                    <a:pt x="463452" y="1913489"/>
                  </a:lnTo>
                  <a:lnTo>
                    <a:pt x="462361" y="1896498"/>
                  </a:lnTo>
                  <a:lnTo>
                    <a:pt x="458956" y="1890518"/>
                  </a:lnTo>
                  <a:lnTo>
                    <a:pt x="454551" y="1887723"/>
                  </a:lnTo>
                  <a:lnTo>
                    <a:pt x="438991" y="1892605"/>
                  </a:lnTo>
                  <a:lnTo>
                    <a:pt x="437314" y="1892105"/>
                  </a:lnTo>
                  <a:lnTo>
                    <a:pt x="444730" y="1865031"/>
                  </a:lnTo>
                  <a:lnTo>
                    <a:pt x="445377" y="1849377"/>
                  </a:lnTo>
                  <a:lnTo>
                    <a:pt x="450075" y="1832925"/>
                  </a:lnTo>
                  <a:lnTo>
                    <a:pt x="455430" y="1826426"/>
                  </a:lnTo>
                  <a:lnTo>
                    <a:pt x="457057" y="1820785"/>
                  </a:lnTo>
                  <a:lnTo>
                    <a:pt x="457885" y="1809904"/>
                  </a:lnTo>
                  <a:lnTo>
                    <a:pt x="456885" y="1800579"/>
                  </a:lnTo>
                  <a:lnTo>
                    <a:pt x="453601" y="1795748"/>
                  </a:lnTo>
                  <a:lnTo>
                    <a:pt x="440760" y="1785285"/>
                  </a:lnTo>
                  <a:lnTo>
                    <a:pt x="426887" y="1772676"/>
                  </a:lnTo>
                  <a:lnTo>
                    <a:pt x="424038" y="1756653"/>
                  </a:lnTo>
                  <a:lnTo>
                    <a:pt x="419754" y="1753409"/>
                  </a:lnTo>
                  <a:lnTo>
                    <a:pt x="407569" y="1752570"/>
                  </a:lnTo>
                  <a:lnTo>
                    <a:pt x="407811" y="1748038"/>
                  </a:lnTo>
                  <a:lnTo>
                    <a:pt x="409620" y="1735309"/>
                  </a:lnTo>
                  <a:lnTo>
                    <a:pt x="412540" y="1724218"/>
                  </a:lnTo>
                  <a:lnTo>
                    <a:pt x="422058" y="1712328"/>
                  </a:lnTo>
                  <a:lnTo>
                    <a:pt x="424412" y="1704302"/>
                  </a:lnTo>
                  <a:lnTo>
                    <a:pt x="427241" y="1697104"/>
                  </a:lnTo>
                  <a:lnTo>
                    <a:pt x="449045" y="1688598"/>
                  </a:lnTo>
                  <a:lnTo>
                    <a:pt x="451540" y="1685383"/>
                  </a:lnTo>
                  <a:lnTo>
                    <a:pt x="451702" y="1682528"/>
                  </a:lnTo>
                  <a:lnTo>
                    <a:pt x="450691" y="1679783"/>
                  </a:lnTo>
                  <a:lnTo>
                    <a:pt x="445852" y="1675420"/>
                  </a:lnTo>
                  <a:lnTo>
                    <a:pt x="440830" y="1669460"/>
                  </a:lnTo>
                  <a:lnTo>
                    <a:pt x="437799" y="1653247"/>
                  </a:lnTo>
                  <a:lnTo>
                    <a:pt x="430242" y="1627860"/>
                  </a:lnTo>
                  <a:lnTo>
                    <a:pt x="423139" y="1610839"/>
                  </a:lnTo>
                  <a:lnTo>
                    <a:pt x="421623" y="1600876"/>
                  </a:lnTo>
                  <a:lnTo>
                    <a:pt x="423462" y="1589385"/>
                  </a:lnTo>
                  <a:lnTo>
                    <a:pt x="425998" y="1578094"/>
                  </a:lnTo>
                  <a:lnTo>
                    <a:pt x="426129" y="1567102"/>
                  </a:lnTo>
                  <a:lnTo>
                    <a:pt x="415339" y="1506215"/>
                  </a:lnTo>
                  <a:lnTo>
                    <a:pt x="416076" y="1495133"/>
                  </a:lnTo>
                  <a:lnTo>
                    <a:pt x="419208" y="1484082"/>
                  </a:lnTo>
                  <a:lnTo>
                    <a:pt x="424240" y="1474888"/>
                  </a:lnTo>
                  <a:lnTo>
                    <a:pt x="435485" y="1462888"/>
                  </a:lnTo>
                  <a:lnTo>
                    <a:pt x="449540" y="1441005"/>
                  </a:lnTo>
                  <a:lnTo>
                    <a:pt x="459047" y="1412243"/>
                  </a:lnTo>
                  <a:lnTo>
                    <a:pt x="464028" y="1394872"/>
                  </a:lnTo>
                  <a:lnTo>
                    <a:pt x="468221" y="1390909"/>
                  </a:lnTo>
                  <a:lnTo>
                    <a:pt x="476314" y="1389951"/>
                  </a:lnTo>
                  <a:lnTo>
                    <a:pt x="479386" y="1384609"/>
                  </a:lnTo>
                  <a:lnTo>
                    <a:pt x="480962" y="1381455"/>
                  </a:lnTo>
                  <a:lnTo>
                    <a:pt x="487893" y="1378530"/>
                  </a:lnTo>
                  <a:lnTo>
                    <a:pt x="490247" y="1375086"/>
                  </a:lnTo>
                  <a:lnTo>
                    <a:pt x="488378" y="1369225"/>
                  </a:lnTo>
                  <a:lnTo>
                    <a:pt x="481427" y="1358983"/>
                  </a:lnTo>
                  <a:lnTo>
                    <a:pt x="475910" y="1352623"/>
                  </a:lnTo>
                  <a:lnTo>
                    <a:pt x="481235" y="1338367"/>
                  </a:lnTo>
                  <a:lnTo>
                    <a:pt x="479406" y="1319319"/>
                  </a:lnTo>
                  <a:lnTo>
                    <a:pt x="476062" y="1303456"/>
                  </a:lnTo>
                  <a:lnTo>
                    <a:pt x="480619" y="1291846"/>
                  </a:lnTo>
                  <a:lnTo>
                    <a:pt x="488186" y="1290827"/>
                  </a:lnTo>
                  <a:lnTo>
                    <a:pt x="496603" y="1303476"/>
                  </a:lnTo>
                  <a:lnTo>
                    <a:pt x="509232" y="1310045"/>
                  </a:lnTo>
                  <a:lnTo>
                    <a:pt x="518457" y="1301549"/>
                  </a:lnTo>
                  <a:lnTo>
                    <a:pt x="521579" y="1285157"/>
                  </a:lnTo>
                  <a:lnTo>
                    <a:pt x="528227" y="1277939"/>
                  </a:lnTo>
                  <a:lnTo>
                    <a:pt x="537098" y="1284378"/>
                  </a:lnTo>
                  <a:lnTo>
                    <a:pt x="551971" y="1286704"/>
                  </a:lnTo>
                  <a:lnTo>
                    <a:pt x="564307" y="1285636"/>
                  </a:lnTo>
                  <a:lnTo>
                    <a:pt x="572623" y="1282192"/>
                  </a:lnTo>
                  <a:lnTo>
                    <a:pt x="576169" y="1276871"/>
                  </a:lnTo>
                  <a:lnTo>
                    <a:pt x="579463" y="1267307"/>
                  </a:lnTo>
                  <a:lnTo>
                    <a:pt x="586263" y="1255157"/>
                  </a:lnTo>
                  <a:lnTo>
                    <a:pt x="593315" y="1247231"/>
                  </a:lnTo>
                  <a:lnTo>
                    <a:pt x="647370" y="1256245"/>
                  </a:lnTo>
                  <a:lnTo>
                    <a:pt x="694220" y="1273027"/>
                  </a:lnTo>
                  <a:lnTo>
                    <a:pt x="697767" y="1266748"/>
                  </a:lnTo>
                  <a:lnTo>
                    <a:pt x="699403" y="1255946"/>
                  </a:lnTo>
                  <a:lnTo>
                    <a:pt x="687744" y="1246652"/>
                  </a:lnTo>
                  <a:lnTo>
                    <a:pt x="679135" y="1241790"/>
                  </a:lnTo>
                  <a:lnTo>
                    <a:pt x="668325" y="1222472"/>
                  </a:lnTo>
                  <a:lnTo>
                    <a:pt x="652694" y="1207248"/>
                  </a:lnTo>
                  <a:lnTo>
                    <a:pt x="636983" y="1205910"/>
                  </a:lnTo>
                  <a:lnTo>
                    <a:pt x="616402" y="1211211"/>
                  </a:lnTo>
                  <a:lnTo>
                    <a:pt x="585232" y="1208037"/>
                  </a:lnTo>
                  <a:lnTo>
                    <a:pt x="558700" y="1179395"/>
                  </a:lnTo>
                  <a:lnTo>
                    <a:pt x="541160" y="1170450"/>
                  </a:lnTo>
                  <a:lnTo>
                    <a:pt x="528651" y="1148437"/>
                  </a:lnTo>
                  <a:lnTo>
                    <a:pt x="525479" y="1136747"/>
                  </a:lnTo>
                  <a:lnTo>
                    <a:pt x="539018" y="1146670"/>
                  </a:lnTo>
                  <a:lnTo>
                    <a:pt x="540867" y="1136188"/>
                  </a:lnTo>
                  <a:lnTo>
                    <a:pt x="541928" y="1122261"/>
                  </a:lnTo>
                  <a:lnTo>
                    <a:pt x="534400" y="1113765"/>
                  </a:lnTo>
                  <a:lnTo>
                    <a:pt x="527671" y="1108704"/>
                  </a:lnTo>
                  <a:lnTo>
                    <a:pt x="493167" y="1130437"/>
                  </a:lnTo>
                  <a:lnTo>
                    <a:pt x="453682" y="1137565"/>
                  </a:lnTo>
                  <a:lnTo>
                    <a:pt x="490338" y="1094687"/>
                  </a:lnTo>
                  <a:lnTo>
                    <a:pt x="516769" y="1063799"/>
                  </a:lnTo>
                  <a:lnTo>
                    <a:pt x="521700" y="1059157"/>
                  </a:lnTo>
                  <a:lnTo>
                    <a:pt x="533400" y="1050861"/>
                  </a:lnTo>
                  <a:lnTo>
                    <a:pt x="543201" y="1042146"/>
                  </a:lnTo>
                  <a:lnTo>
                    <a:pt x="551082" y="1030715"/>
                  </a:lnTo>
                  <a:lnTo>
                    <a:pt x="577351" y="1008163"/>
                  </a:lnTo>
                  <a:lnTo>
                    <a:pt x="604116" y="983884"/>
                  </a:lnTo>
                  <a:lnTo>
                    <a:pt x="629021" y="951898"/>
                  </a:lnTo>
                  <a:lnTo>
                    <a:pt x="638024" y="941835"/>
                  </a:lnTo>
                  <a:lnTo>
                    <a:pt x="649481" y="931073"/>
                  </a:lnTo>
                  <a:lnTo>
                    <a:pt x="674629" y="897240"/>
                  </a:lnTo>
                  <a:lnTo>
                    <a:pt x="682571" y="887875"/>
                  </a:lnTo>
                  <a:lnTo>
                    <a:pt x="713245" y="845457"/>
                  </a:lnTo>
                  <a:lnTo>
                    <a:pt x="731169" y="824322"/>
                  </a:lnTo>
                  <a:lnTo>
                    <a:pt x="740061" y="812183"/>
                  </a:lnTo>
                  <a:lnTo>
                    <a:pt x="778354" y="772070"/>
                  </a:lnTo>
                  <a:lnTo>
                    <a:pt x="804320" y="739844"/>
                  </a:lnTo>
                  <a:lnTo>
                    <a:pt x="814555" y="722174"/>
                  </a:lnTo>
                  <a:lnTo>
                    <a:pt x="824568" y="696857"/>
                  </a:lnTo>
                  <a:lnTo>
                    <a:pt x="830246" y="679586"/>
                  </a:lnTo>
                  <a:lnTo>
                    <a:pt x="840249" y="657243"/>
                  </a:lnTo>
                  <a:lnTo>
                    <a:pt x="840511" y="649836"/>
                  </a:lnTo>
                  <a:lnTo>
                    <a:pt x="837692" y="642948"/>
                  </a:lnTo>
                  <a:lnTo>
                    <a:pt x="830216" y="632236"/>
                  </a:lnTo>
                  <a:lnTo>
                    <a:pt x="819839" y="619896"/>
                  </a:lnTo>
                  <a:lnTo>
                    <a:pt x="810604" y="604802"/>
                  </a:lnTo>
                  <a:lnTo>
                    <a:pt x="803714" y="591225"/>
                  </a:lnTo>
                  <a:lnTo>
                    <a:pt x="782395" y="572346"/>
                  </a:lnTo>
                  <a:lnTo>
                    <a:pt x="749336" y="548457"/>
                  </a:lnTo>
                  <a:lnTo>
                    <a:pt x="724844" y="530756"/>
                  </a:lnTo>
                  <a:lnTo>
                    <a:pt x="687269" y="492940"/>
                  </a:lnTo>
                  <a:lnTo>
                    <a:pt x="680661" y="483506"/>
                  </a:lnTo>
                  <a:lnTo>
                    <a:pt x="681965" y="481020"/>
                  </a:lnTo>
                  <a:lnTo>
                    <a:pt x="703293" y="469569"/>
                  </a:lnTo>
                  <a:lnTo>
                    <a:pt x="724511" y="440089"/>
                  </a:lnTo>
                  <a:lnTo>
                    <a:pt x="733675" y="425144"/>
                  </a:lnTo>
                  <a:lnTo>
                    <a:pt x="735969" y="413554"/>
                  </a:lnTo>
                  <a:lnTo>
                    <a:pt x="736161" y="400506"/>
                  </a:lnTo>
                  <a:lnTo>
                    <a:pt x="734696" y="388466"/>
                  </a:lnTo>
                  <a:lnTo>
                    <a:pt x="732018" y="380998"/>
                  </a:lnTo>
                  <a:lnTo>
                    <a:pt x="721955" y="371614"/>
                  </a:lnTo>
                  <a:lnTo>
                    <a:pt x="692725" y="354503"/>
                  </a:lnTo>
                  <a:lnTo>
                    <a:pt x="685875" y="338710"/>
                  </a:lnTo>
                  <a:lnTo>
                    <a:pt x="680156" y="322167"/>
                  </a:lnTo>
                  <a:lnTo>
                    <a:pt x="680045" y="315329"/>
                  </a:lnTo>
                  <a:lnTo>
                    <a:pt x="693968" y="297559"/>
                  </a:lnTo>
                  <a:lnTo>
                    <a:pt x="694594" y="288674"/>
                  </a:lnTo>
                  <a:lnTo>
                    <a:pt x="692947" y="279579"/>
                  </a:lnTo>
                  <a:lnTo>
                    <a:pt x="689077" y="272940"/>
                  </a:lnTo>
                  <a:lnTo>
                    <a:pt x="659110" y="264914"/>
                  </a:lnTo>
                  <a:lnTo>
                    <a:pt x="650673" y="256438"/>
                  </a:lnTo>
                  <a:lnTo>
                    <a:pt x="644035" y="242941"/>
                  </a:lnTo>
                  <a:lnTo>
                    <a:pt x="640590" y="231360"/>
                  </a:lnTo>
                  <a:lnTo>
                    <a:pt x="640246" y="224502"/>
                  </a:lnTo>
                  <a:lnTo>
                    <a:pt x="642479" y="216825"/>
                  </a:lnTo>
                  <a:lnTo>
                    <a:pt x="652573" y="208479"/>
                  </a:lnTo>
                  <a:lnTo>
                    <a:pt x="661969" y="202838"/>
                  </a:lnTo>
                  <a:lnTo>
                    <a:pt x="663636" y="195241"/>
                  </a:lnTo>
                  <a:lnTo>
                    <a:pt x="663556" y="187015"/>
                  </a:lnTo>
                  <a:lnTo>
                    <a:pt x="661939" y="183041"/>
                  </a:lnTo>
                  <a:lnTo>
                    <a:pt x="643227" y="179128"/>
                  </a:lnTo>
                  <a:lnTo>
                    <a:pt x="641439" y="176902"/>
                  </a:lnTo>
                  <a:lnTo>
                    <a:pt x="640984" y="174057"/>
                  </a:lnTo>
                  <a:lnTo>
                    <a:pt x="641934" y="170652"/>
                  </a:lnTo>
                  <a:lnTo>
                    <a:pt x="652037" y="156007"/>
                  </a:lnTo>
                  <a:lnTo>
                    <a:pt x="653401" y="128104"/>
                  </a:lnTo>
                  <a:lnTo>
                    <a:pt x="662858" y="108617"/>
                  </a:lnTo>
                  <a:lnTo>
                    <a:pt x="652149" y="97206"/>
                  </a:lnTo>
                  <a:lnTo>
                    <a:pt x="652977" y="95199"/>
                  </a:lnTo>
                  <a:lnTo>
                    <a:pt x="669396" y="89219"/>
                  </a:lnTo>
                  <a:lnTo>
                    <a:pt x="684541" y="87772"/>
                  </a:lnTo>
                  <a:lnTo>
                    <a:pt x="691401" y="85526"/>
                  </a:lnTo>
                  <a:lnTo>
                    <a:pt x="692169" y="76411"/>
                  </a:lnTo>
                  <a:lnTo>
                    <a:pt x="690593" y="64092"/>
                  </a:lnTo>
                  <a:lnTo>
                    <a:pt x="674983" y="15753"/>
                  </a:lnTo>
                  <a:lnTo>
                    <a:pt x="671548" y="1826"/>
                  </a:lnTo>
                  <a:lnTo>
                    <a:pt x="670474" y="0"/>
                  </a:lnTo>
                  <a:lnTo>
                    <a:pt x="940194" y="0"/>
                  </a:lnTo>
                  <a:lnTo>
                    <a:pt x="940194" y="2657927"/>
                  </a:lnTo>
                  <a:lnTo>
                    <a:pt x="905825" y="265792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2965474" y="2829846"/>
              <a:ext cx="1118413" cy="1084823"/>
            </a:xfrm>
            <a:custGeom>
              <a:avLst/>
              <a:pathLst>
                <a:path w="1118413" h="1084823">
                  <a:moveTo>
                    <a:pt x="914400" y="914400"/>
                  </a:moveTo>
                  <a:lnTo>
                    <a:pt x="887029" y="955550"/>
                  </a:lnTo>
                  <a:lnTo>
                    <a:pt x="895607" y="961011"/>
                  </a:lnTo>
                  <a:lnTo>
                    <a:pt x="905569" y="962778"/>
                  </a:lnTo>
                  <a:lnTo>
                    <a:pt x="917309" y="970455"/>
                  </a:lnTo>
                  <a:lnTo>
                    <a:pt x="928524" y="971843"/>
                  </a:lnTo>
                  <a:lnTo>
                    <a:pt x="948489" y="965194"/>
                  </a:lnTo>
                  <a:lnTo>
                    <a:pt x="952005" y="929913"/>
                  </a:lnTo>
                  <a:lnTo>
                    <a:pt x="953339" y="897947"/>
                  </a:lnTo>
                  <a:lnTo>
                    <a:pt x="959735" y="897877"/>
                  </a:lnTo>
                  <a:lnTo>
                    <a:pt x="969222" y="895611"/>
                  </a:lnTo>
                  <a:lnTo>
                    <a:pt x="975203" y="904017"/>
                  </a:lnTo>
                  <a:lnTo>
                    <a:pt x="986338" y="912014"/>
                  </a:lnTo>
                  <a:lnTo>
                    <a:pt x="999584" y="919161"/>
                  </a:lnTo>
                  <a:lnTo>
                    <a:pt x="1019367" y="931351"/>
                  </a:lnTo>
                  <a:lnTo>
                    <a:pt x="1039897" y="938928"/>
                  </a:lnTo>
                  <a:lnTo>
                    <a:pt x="1046677" y="939807"/>
                  </a:lnTo>
                  <a:lnTo>
                    <a:pt x="1068248" y="938808"/>
                  </a:lnTo>
                  <a:lnTo>
                    <a:pt x="1091103" y="939857"/>
                  </a:lnTo>
                  <a:lnTo>
                    <a:pt x="1097326" y="957936"/>
                  </a:lnTo>
                  <a:lnTo>
                    <a:pt x="1108612" y="966492"/>
                  </a:lnTo>
                  <a:lnTo>
                    <a:pt x="1117736" y="978262"/>
                  </a:lnTo>
                  <a:lnTo>
                    <a:pt x="1118413" y="984971"/>
                  </a:lnTo>
                  <a:lnTo>
                    <a:pt x="1105834" y="1027060"/>
                  </a:lnTo>
                  <a:lnTo>
                    <a:pt x="1103227" y="1041306"/>
                  </a:lnTo>
                  <a:lnTo>
                    <a:pt x="1102752" y="1055602"/>
                  </a:lnTo>
                  <a:lnTo>
                    <a:pt x="1107349" y="1073472"/>
                  </a:lnTo>
                  <a:lnTo>
                    <a:pt x="1111684" y="1083455"/>
                  </a:lnTo>
                  <a:lnTo>
                    <a:pt x="1108127" y="1084823"/>
                  </a:lnTo>
                  <a:lnTo>
                    <a:pt x="1049839" y="1082826"/>
                  </a:lnTo>
                  <a:lnTo>
                    <a:pt x="994562" y="1079432"/>
                  </a:lnTo>
                  <a:lnTo>
                    <a:pt x="943488" y="1076297"/>
                  </a:lnTo>
                  <a:lnTo>
                    <a:pt x="894263" y="1073262"/>
                  </a:lnTo>
                  <a:lnTo>
                    <a:pt x="847028" y="1070377"/>
                  </a:lnTo>
                  <a:lnTo>
                    <a:pt x="817657" y="1067672"/>
                  </a:lnTo>
                  <a:lnTo>
                    <a:pt x="788679" y="1064996"/>
                  </a:lnTo>
                  <a:lnTo>
                    <a:pt x="784557" y="1062520"/>
                  </a:lnTo>
                  <a:lnTo>
                    <a:pt x="800501" y="1045010"/>
                  </a:lnTo>
                  <a:lnTo>
                    <a:pt x="810887" y="1026810"/>
                  </a:lnTo>
                  <a:lnTo>
                    <a:pt x="819708" y="1003060"/>
                  </a:lnTo>
                  <a:lnTo>
                    <a:pt x="820648" y="986608"/>
                  </a:lnTo>
                  <a:lnTo>
                    <a:pt x="822850" y="968059"/>
                  </a:lnTo>
                  <a:lnTo>
                    <a:pt x="836621" y="960841"/>
                  </a:lnTo>
                  <a:lnTo>
                    <a:pt x="866528" y="961910"/>
                  </a:lnTo>
                  <a:lnTo>
                    <a:pt x="879320" y="952995"/>
                  </a:lnTo>
                  <a:lnTo>
                    <a:pt x="895728" y="930962"/>
                  </a:lnTo>
                  <a:lnTo>
                    <a:pt x="912985" y="904506"/>
                  </a:lnTo>
                  <a:lnTo>
                    <a:pt x="918582" y="893335"/>
                  </a:lnTo>
                  <a:lnTo>
                    <a:pt x="924584" y="894922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2293923" y="3254721"/>
              <a:ext cx="1896729" cy="915538"/>
            </a:xfrm>
            <a:custGeom>
              <a:avLst/>
              <a:pathLst>
                <a:path w="1896729" h="915538">
                  <a:moveTo>
                    <a:pt x="914400" y="914400"/>
                  </a:moveTo>
                  <a:lnTo>
                    <a:pt x="918784" y="895292"/>
                  </a:lnTo>
                  <a:lnTo>
                    <a:pt x="918926" y="891668"/>
                  </a:lnTo>
                  <a:lnTo>
                    <a:pt x="919158" y="878021"/>
                  </a:lnTo>
                  <a:lnTo>
                    <a:pt x="907175" y="822215"/>
                  </a:lnTo>
                  <a:lnTo>
                    <a:pt x="905225" y="808248"/>
                  </a:lnTo>
                  <a:lnTo>
                    <a:pt x="903801" y="791406"/>
                  </a:lnTo>
                  <a:lnTo>
                    <a:pt x="903053" y="786804"/>
                  </a:lnTo>
                  <a:lnTo>
                    <a:pt x="926716" y="798614"/>
                  </a:lnTo>
                  <a:lnTo>
                    <a:pt x="936638" y="805263"/>
                  </a:lnTo>
                  <a:lnTo>
                    <a:pt x="935405" y="797796"/>
                  </a:lnTo>
                  <a:lnTo>
                    <a:pt x="933394" y="791367"/>
                  </a:lnTo>
                  <a:lnTo>
                    <a:pt x="934718" y="781922"/>
                  </a:lnTo>
                  <a:lnTo>
                    <a:pt x="934041" y="767676"/>
                  </a:lnTo>
                  <a:lnTo>
                    <a:pt x="912571" y="760409"/>
                  </a:lnTo>
                  <a:lnTo>
                    <a:pt x="898375" y="757953"/>
                  </a:lnTo>
                  <a:lnTo>
                    <a:pt x="896779" y="748079"/>
                  </a:lnTo>
                  <a:lnTo>
                    <a:pt x="898143" y="741680"/>
                  </a:lnTo>
                  <a:lnTo>
                    <a:pt x="902063" y="745444"/>
                  </a:lnTo>
                  <a:lnTo>
                    <a:pt x="916016" y="746921"/>
                  </a:lnTo>
                  <a:lnTo>
                    <a:pt x="950318" y="727784"/>
                  </a:lnTo>
                  <a:lnTo>
                    <a:pt x="1009566" y="702925"/>
                  </a:lnTo>
                  <a:lnTo>
                    <a:pt x="1072845" y="679605"/>
                  </a:lnTo>
                  <a:lnTo>
                    <a:pt x="1087617" y="677069"/>
                  </a:lnTo>
                  <a:lnTo>
                    <a:pt x="1102469" y="672157"/>
                  </a:lnTo>
                  <a:lnTo>
                    <a:pt x="1107956" y="663432"/>
                  </a:lnTo>
                  <a:lnTo>
                    <a:pt x="1113432" y="657592"/>
                  </a:lnTo>
                  <a:lnTo>
                    <a:pt x="1122050" y="642208"/>
                  </a:lnTo>
                  <a:lnTo>
                    <a:pt x="1141106" y="618298"/>
                  </a:lnTo>
                  <a:lnTo>
                    <a:pt x="1174801" y="609592"/>
                  </a:lnTo>
                  <a:lnTo>
                    <a:pt x="1187381" y="598252"/>
                  </a:lnTo>
                  <a:lnTo>
                    <a:pt x="1213751" y="582368"/>
                  </a:lnTo>
                  <a:lnTo>
                    <a:pt x="1273868" y="564548"/>
                  </a:lnTo>
                  <a:lnTo>
                    <a:pt x="1298976" y="560635"/>
                  </a:lnTo>
                  <a:lnTo>
                    <a:pt x="1323578" y="560156"/>
                  </a:lnTo>
                  <a:lnTo>
                    <a:pt x="1345483" y="574212"/>
                  </a:lnTo>
                  <a:lnTo>
                    <a:pt x="1368671" y="591563"/>
                  </a:lnTo>
                  <a:lnTo>
                    <a:pt x="1372844" y="602035"/>
                  </a:lnTo>
                  <a:lnTo>
                    <a:pt x="1360295" y="595506"/>
                  </a:lnTo>
                  <a:lnTo>
                    <a:pt x="1342007" y="579922"/>
                  </a:lnTo>
                  <a:lnTo>
                    <a:pt x="1335248" y="579263"/>
                  </a:lnTo>
                  <a:lnTo>
                    <a:pt x="1350858" y="626664"/>
                  </a:lnTo>
                  <a:lnTo>
                    <a:pt x="1359396" y="643425"/>
                  </a:lnTo>
                  <a:lnTo>
                    <a:pt x="1376653" y="655964"/>
                  </a:lnTo>
                  <a:lnTo>
                    <a:pt x="1391121" y="660187"/>
                  </a:lnTo>
                  <a:lnTo>
                    <a:pt x="1435699" y="652590"/>
                  </a:lnTo>
                  <a:lnTo>
                    <a:pt x="1451531" y="642667"/>
                  </a:lnTo>
                  <a:lnTo>
                    <a:pt x="1456108" y="637645"/>
                  </a:lnTo>
                  <a:lnTo>
                    <a:pt x="1460230" y="640121"/>
                  </a:lnTo>
                  <a:lnTo>
                    <a:pt x="1489208" y="642797"/>
                  </a:lnTo>
                  <a:lnTo>
                    <a:pt x="1518579" y="645502"/>
                  </a:lnTo>
                  <a:lnTo>
                    <a:pt x="1565814" y="648387"/>
                  </a:lnTo>
                  <a:lnTo>
                    <a:pt x="1615039" y="651422"/>
                  </a:lnTo>
                  <a:lnTo>
                    <a:pt x="1666113" y="654557"/>
                  </a:lnTo>
                  <a:lnTo>
                    <a:pt x="1721390" y="657951"/>
                  </a:lnTo>
                  <a:lnTo>
                    <a:pt x="1779678" y="659948"/>
                  </a:lnTo>
                  <a:lnTo>
                    <a:pt x="1783235" y="658580"/>
                  </a:lnTo>
                  <a:lnTo>
                    <a:pt x="1789186" y="650603"/>
                  </a:lnTo>
                  <a:lnTo>
                    <a:pt x="1796450" y="651682"/>
                  </a:lnTo>
                  <a:lnTo>
                    <a:pt x="1805018" y="656623"/>
                  </a:lnTo>
                  <a:lnTo>
                    <a:pt x="1809029" y="660307"/>
                  </a:lnTo>
                  <a:lnTo>
                    <a:pt x="1810727" y="664490"/>
                  </a:lnTo>
                  <a:lnTo>
                    <a:pt x="1811788" y="669332"/>
                  </a:lnTo>
                  <a:lnTo>
                    <a:pt x="1816476" y="670300"/>
                  </a:lnTo>
                  <a:lnTo>
                    <a:pt x="1825044" y="673984"/>
                  </a:lnTo>
                  <a:lnTo>
                    <a:pt x="1836632" y="682390"/>
                  </a:lnTo>
                  <a:lnTo>
                    <a:pt x="1845716" y="690536"/>
                  </a:lnTo>
                  <a:lnTo>
                    <a:pt x="1854354" y="702197"/>
                  </a:lnTo>
                  <a:lnTo>
                    <a:pt x="1857224" y="715374"/>
                  </a:lnTo>
                  <a:lnTo>
                    <a:pt x="1857395" y="730309"/>
                  </a:lnTo>
                  <a:lnTo>
                    <a:pt x="1856840" y="739923"/>
                  </a:lnTo>
                  <a:lnTo>
                    <a:pt x="1857567" y="743837"/>
                  </a:lnTo>
                  <a:lnTo>
                    <a:pt x="1869389" y="813469"/>
                  </a:lnTo>
                  <a:lnTo>
                    <a:pt x="1889081" y="880586"/>
                  </a:lnTo>
                  <a:lnTo>
                    <a:pt x="1896315" y="913062"/>
                  </a:lnTo>
                  <a:lnTo>
                    <a:pt x="1896729" y="915538"/>
                  </a:lnTo>
                  <a:lnTo>
                    <a:pt x="913849" y="91553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2229762" y="632224"/>
              <a:ext cx="1006143" cy="2531918"/>
            </a:xfrm>
            <a:custGeom>
              <a:avLst/>
              <a:pathLst>
                <a:path w="1006143" h="2531918">
                  <a:moveTo>
                    <a:pt x="1003537" y="914400"/>
                  </a:moveTo>
                  <a:lnTo>
                    <a:pt x="1006143" y="932239"/>
                  </a:lnTo>
                  <a:lnTo>
                    <a:pt x="1006083" y="942822"/>
                  </a:lnTo>
                  <a:lnTo>
                    <a:pt x="1002072" y="953124"/>
                  </a:lnTo>
                  <a:lnTo>
                    <a:pt x="997283" y="972851"/>
                  </a:lnTo>
                  <a:lnTo>
                    <a:pt x="990058" y="1043372"/>
                  </a:lnTo>
                  <a:lnTo>
                    <a:pt x="984532" y="1050960"/>
                  </a:lnTo>
                  <a:lnTo>
                    <a:pt x="976893" y="1070078"/>
                  </a:lnTo>
                  <a:lnTo>
                    <a:pt x="952341" y="1116020"/>
                  </a:lnTo>
                  <a:lnTo>
                    <a:pt x="932649" y="1146559"/>
                  </a:lnTo>
                  <a:lnTo>
                    <a:pt x="904248" y="1190565"/>
                  </a:lnTo>
                  <a:lnTo>
                    <a:pt x="927345" y="1204461"/>
                  </a:lnTo>
                  <a:lnTo>
                    <a:pt x="948462" y="1214594"/>
                  </a:lnTo>
                  <a:lnTo>
                    <a:pt x="952836" y="1230188"/>
                  </a:lnTo>
                  <a:lnTo>
                    <a:pt x="955746" y="1256244"/>
                  </a:lnTo>
                  <a:lnTo>
                    <a:pt x="955039" y="1273984"/>
                  </a:lnTo>
                  <a:lnTo>
                    <a:pt x="946976" y="1289938"/>
                  </a:lnTo>
                  <a:lnTo>
                    <a:pt x="940712" y="1301139"/>
                  </a:lnTo>
                  <a:lnTo>
                    <a:pt x="936347" y="1306600"/>
                  </a:lnTo>
                  <a:lnTo>
                    <a:pt x="906360" y="1301159"/>
                  </a:lnTo>
                  <a:lnTo>
                    <a:pt x="867966" y="1294170"/>
                  </a:lnTo>
                  <a:lnTo>
                    <a:pt x="858024" y="1294111"/>
                  </a:lnTo>
                  <a:lnTo>
                    <a:pt x="835684" y="1299142"/>
                  </a:lnTo>
                  <a:lnTo>
                    <a:pt x="815528" y="1309465"/>
                  </a:lnTo>
                  <a:lnTo>
                    <a:pt x="804898" y="1318170"/>
                  </a:lnTo>
                  <a:lnTo>
                    <a:pt x="802049" y="1321634"/>
                  </a:lnTo>
                  <a:lnTo>
                    <a:pt x="788621" y="1341451"/>
                  </a:lnTo>
                  <a:lnTo>
                    <a:pt x="764747" y="1376692"/>
                  </a:lnTo>
                  <a:lnTo>
                    <a:pt x="751632" y="1392076"/>
                  </a:lnTo>
                  <a:lnTo>
                    <a:pt x="755451" y="1413280"/>
                  </a:lnTo>
                  <a:lnTo>
                    <a:pt x="733496" y="1454281"/>
                  </a:lnTo>
                  <a:lnTo>
                    <a:pt x="747853" y="1495691"/>
                  </a:lnTo>
                  <a:lnTo>
                    <a:pt x="748469" y="1497049"/>
                  </a:lnTo>
                  <a:lnTo>
                    <a:pt x="756078" y="1513791"/>
                  </a:lnTo>
                  <a:lnTo>
                    <a:pt x="748096" y="1524583"/>
                  </a:lnTo>
                  <a:lnTo>
                    <a:pt x="744741" y="1530383"/>
                  </a:lnTo>
                  <a:lnTo>
                    <a:pt x="745883" y="1549511"/>
                  </a:lnTo>
                  <a:lnTo>
                    <a:pt x="747974" y="1570895"/>
                  </a:lnTo>
                  <a:lnTo>
                    <a:pt x="746115" y="1583434"/>
                  </a:lnTo>
                  <a:lnTo>
                    <a:pt x="745358" y="1597360"/>
                  </a:lnTo>
                  <a:lnTo>
                    <a:pt x="764908" y="1659985"/>
                  </a:lnTo>
                  <a:lnTo>
                    <a:pt x="764686" y="1674670"/>
                  </a:lnTo>
                  <a:lnTo>
                    <a:pt x="763716" y="1684144"/>
                  </a:lnTo>
                  <a:lnTo>
                    <a:pt x="757684" y="1723109"/>
                  </a:lnTo>
                  <a:lnTo>
                    <a:pt x="749581" y="1775470"/>
                  </a:lnTo>
                  <a:lnTo>
                    <a:pt x="763726" y="1789227"/>
                  </a:lnTo>
                  <a:lnTo>
                    <a:pt x="783873" y="1805680"/>
                  </a:lnTo>
                  <a:lnTo>
                    <a:pt x="795179" y="1812159"/>
                  </a:lnTo>
                  <a:lnTo>
                    <a:pt x="811880" y="1831706"/>
                  </a:lnTo>
                  <a:lnTo>
                    <a:pt x="824631" y="1850804"/>
                  </a:lnTo>
                  <a:lnTo>
                    <a:pt x="822863" y="1863482"/>
                  </a:lnTo>
                  <a:lnTo>
                    <a:pt x="819195" y="1877479"/>
                  </a:lnTo>
                  <a:lnTo>
                    <a:pt x="813830" y="1887262"/>
                  </a:lnTo>
                  <a:lnTo>
                    <a:pt x="808809" y="1900700"/>
                  </a:lnTo>
                  <a:lnTo>
                    <a:pt x="806555" y="1910593"/>
                  </a:lnTo>
                  <a:lnTo>
                    <a:pt x="804171" y="1913259"/>
                  </a:lnTo>
                  <a:lnTo>
                    <a:pt x="781882" y="1914347"/>
                  </a:lnTo>
                  <a:lnTo>
                    <a:pt x="770101" y="1918090"/>
                  </a:lnTo>
                  <a:lnTo>
                    <a:pt x="763938" y="1922283"/>
                  </a:lnTo>
                  <a:lnTo>
                    <a:pt x="766060" y="1944885"/>
                  </a:lnTo>
                  <a:lnTo>
                    <a:pt x="779579" y="1986286"/>
                  </a:lnTo>
                  <a:lnTo>
                    <a:pt x="790804" y="2015726"/>
                  </a:lnTo>
                  <a:lnTo>
                    <a:pt x="794411" y="2035134"/>
                  </a:lnTo>
                  <a:lnTo>
                    <a:pt x="790703" y="2054810"/>
                  </a:lnTo>
                  <a:lnTo>
                    <a:pt x="786874" y="2064883"/>
                  </a:lnTo>
                  <a:lnTo>
                    <a:pt x="786752" y="2078451"/>
                  </a:lnTo>
                  <a:lnTo>
                    <a:pt x="783802" y="2105455"/>
                  </a:lnTo>
                  <a:lnTo>
                    <a:pt x="775103" y="2119102"/>
                  </a:lnTo>
                  <a:lnTo>
                    <a:pt x="763716" y="2133987"/>
                  </a:lnTo>
                  <a:lnTo>
                    <a:pt x="751016" y="2145098"/>
                  </a:lnTo>
                  <a:lnTo>
                    <a:pt x="740942" y="2148223"/>
                  </a:lnTo>
                  <a:lnTo>
                    <a:pt x="732294" y="2149511"/>
                  </a:lnTo>
                  <a:lnTo>
                    <a:pt x="726484" y="2155162"/>
                  </a:lnTo>
                  <a:lnTo>
                    <a:pt x="721220" y="2171764"/>
                  </a:lnTo>
                  <a:lnTo>
                    <a:pt x="716360" y="2189204"/>
                  </a:lnTo>
                  <a:lnTo>
                    <a:pt x="700477" y="2210648"/>
                  </a:lnTo>
                  <a:lnTo>
                    <a:pt x="700901" y="2218116"/>
                  </a:lnTo>
                  <a:lnTo>
                    <a:pt x="706953" y="2243533"/>
                  </a:lnTo>
                  <a:lnTo>
                    <a:pt x="712622" y="2272474"/>
                  </a:lnTo>
                  <a:lnTo>
                    <a:pt x="707833" y="2299529"/>
                  </a:lnTo>
                  <a:lnTo>
                    <a:pt x="703730" y="2327931"/>
                  </a:lnTo>
                  <a:lnTo>
                    <a:pt x="696547" y="2346859"/>
                  </a:lnTo>
                  <a:lnTo>
                    <a:pt x="686281" y="2353618"/>
                  </a:lnTo>
                  <a:lnTo>
                    <a:pt x="678744" y="2350243"/>
                  </a:lnTo>
                  <a:lnTo>
                    <a:pt x="670217" y="2324277"/>
                  </a:lnTo>
                  <a:lnTo>
                    <a:pt x="670025" y="2318307"/>
                  </a:lnTo>
                  <a:lnTo>
                    <a:pt x="667903" y="2310370"/>
                  </a:lnTo>
                  <a:lnTo>
                    <a:pt x="643715" y="2302464"/>
                  </a:lnTo>
                  <a:lnTo>
                    <a:pt x="639441" y="2302753"/>
                  </a:lnTo>
                  <a:lnTo>
                    <a:pt x="629933" y="2298121"/>
                  </a:lnTo>
                  <a:lnTo>
                    <a:pt x="624356" y="2296813"/>
                  </a:lnTo>
                  <a:lnTo>
                    <a:pt x="612919" y="2294138"/>
                  </a:lnTo>
                  <a:lnTo>
                    <a:pt x="603411" y="2271226"/>
                  </a:lnTo>
                  <a:lnTo>
                    <a:pt x="593307" y="2252168"/>
                  </a:lnTo>
                  <a:lnTo>
                    <a:pt x="591873" y="2244202"/>
                  </a:lnTo>
                  <a:lnTo>
                    <a:pt x="592216" y="2208562"/>
                  </a:lnTo>
                  <a:lnTo>
                    <a:pt x="589124" y="2192708"/>
                  </a:lnTo>
                  <a:lnTo>
                    <a:pt x="588175" y="2175427"/>
                  </a:lnTo>
                  <a:lnTo>
                    <a:pt x="581820" y="2189484"/>
                  </a:lnTo>
                  <a:lnTo>
                    <a:pt x="585507" y="2211706"/>
                  </a:lnTo>
                  <a:lnTo>
                    <a:pt x="577667" y="2221031"/>
                  </a:lnTo>
                  <a:lnTo>
                    <a:pt x="567775" y="2225563"/>
                  </a:lnTo>
                  <a:lnTo>
                    <a:pt x="568705" y="2238581"/>
                  </a:lnTo>
                  <a:lnTo>
                    <a:pt x="572767" y="2241047"/>
                  </a:lnTo>
                  <a:lnTo>
                    <a:pt x="573615" y="2254564"/>
                  </a:lnTo>
                  <a:lnTo>
                    <a:pt x="571211" y="2274571"/>
                  </a:lnTo>
                  <a:lnTo>
                    <a:pt x="551741" y="2319056"/>
                  </a:lnTo>
                  <a:lnTo>
                    <a:pt x="547811" y="2323838"/>
                  </a:lnTo>
                  <a:lnTo>
                    <a:pt x="545143" y="2329848"/>
                  </a:lnTo>
                  <a:lnTo>
                    <a:pt x="535181" y="2325854"/>
                  </a:lnTo>
                  <a:lnTo>
                    <a:pt x="522400" y="2338243"/>
                  </a:lnTo>
                  <a:lnTo>
                    <a:pt x="510296" y="2340230"/>
                  </a:lnTo>
                  <a:lnTo>
                    <a:pt x="505911" y="2326214"/>
                  </a:lnTo>
                  <a:lnTo>
                    <a:pt x="488835" y="2307665"/>
                  </a:lnTo>
                  <a:lnTo>
                    <a:pt x="480773" y="2308703"/>
                  </a:lnTo>
                  <a:lnTo>
                    <a:pt x="488007" y="2317858"/>
                  </a:lnTo>
                  <a:lnTo>
                    <a:pt x="495140" y="2329758"/>
                  </a:lnTo>
                  <a:lnTo>
                    <a:pt x="491089" y="2337634"/>
                  </a:lnTo>
                  <a:lnTo>
                    <a:pt x="487108" y="2342776"/>
                  </a:lnTo>
                  <a:lnTo>
                    <a:pt x="480136" y="2345441"/>
                  </a:lnTo>
                  <a:lnTo>
                    <a:pt x="455190" y="2361015"/>
                  </a:lnTo>
                  <a:lnTo>
                    <a:pt x="464071" y="2371478"/>
                  </a:lnTo>
                  <a:lnTo>
                    <a:pt x="456534" y="2383358"/>
                  </a:lnTo>
                  <a:lnTo>
                    <a:pt x="447814" y="2385105"/>
                  </a:lnTo>
                  <a:lnTo>
                    <a:pt x="443167" y="2390655"/>
                  </a:lnTo>
                  <a:lnTo>
                    <a:pt x="441550" y="2398193"/>
                  </a:lnTo>
                  <a:lnTo>
                    <a:pt x="415715" y="2419666"/>
                  </a:lnTo>
                  <a:lnTo>
                    <a:pt x="373603" y="2474744"/>
                  </a:lnTo>
                  <a:lnTo>
                    <a:pt x="351961" y="2490308"/>
                  </a:lnTo>
                  <a:lnTo>
                    <a:pt x="336846" y="2506490"/>
                  </a:lnTo>
                  <a:lnTo>
                    <a:pt x="323529" y="2506091"/>
                  </a:lnTo>
                  <a:lnTo>
                    <a:pt x="306787" y="2519848"/>
                  </a:lnTo>
                  <a:lnTo>
                    <a:pt x="264403" y="2531918"/>
                  </a:lnTo>
                  <a:lnTo>
                    <a:pt x="236284" y="2526457"/>
                  </a:lnTo>
                  <a:lnTo>
                    <a:pt x="216703" y="2531249"/>
                  </a:lnTo>
                  <a:lnTo>
                    <a:pt x="206205" y="2521785"/>
                  </a:lnTo>
                  <a:lnTo>
                    <a:pt x="204841" y="2515286"/>
                  </a:lnTo>
                  <a:lnTo>
                    <a:pt x="205367" y="2511512"/>
                  </a:lnTo>
                  <a:lnTo>
                    <a:pt x="207125" y="2506990"/>
                  </a:lnTo>
                  <a:lnTo>
                    <a:pt x="203477" y="2505382"/>
                  </a:lnTo>
                  <a:lnTo>
                    <a:pt x="195799" y="2504604"/>
                  </a:lnTo>
                  <a:lnTo>
                    <a:pt x="192515" y="2509166"/>
                  </a:lnTo>
                  <a:lnTo>
                    <a:pt x="192070" y="2519528"/>
                  </a:lnTo>
                  <a:lnTo>
                    <a:pt x="188413" y="2522234"/>
                  </a:lnTo>
                  <a:lnTo>
                    <a:pt x="173833" y="2516304"/>
                  </a:lnTo>
                  <a:lnTo>
                    <a:pt x="170166" y="2510963"/>
                  </a:lnTo>
                  <a:lnTo>
                    <a:pt x="175409" y="2500141"/>
                  </a:lnTo>
                  <a:lnTo>
                    <a:pt x="184381" y="2490397"/>
                  </a:lnTo>
                  <a:lnTo>
                    <a:pt x="182755" y="2488401"/>
                  </a:lnTo>
                  <a:lnTo>
                    <a:pt x="181007" y="2482481"/>
                  </a:lnTo>
                  <a:lnTo>
                    <a:pt x="176632" y="2481732"/>
                  </a:lnTo>
                  <a:lnTo>
                    <a:pt x="163588" y="2483160"/>
                  </a:lnTo>
                  <a:lnTo>
                    <a:pt x="152989" y="2481413"/>
                  </a:lnTo>
                  <a:lnTo>
                    <a:pt x="118394" y="2459499"/>
                  </a:lnTo>
                  <a:lnTo>
                    <a:pt x="110311" y="2447809"/>
                  </a:lnTo>
                  <a:lnTo>
                    <a:pt x="82405" y="2429141"/>
                  </a:lnTo>
                  <a:lnTo>
                    <a:pt x="69897" y="2409354"/>
                  </a:lnTo>
                  <a:lnTo>
                    <a:pt x="62794" y="2387660"/>
                  </a:lnTo>
                  <a:lnTo>
                    <a:pt x="63329" y="2368003"/>
                  </a:lnTo>
                  <a:lnTo>
                    <a:pt x="66754" y="2336816"/>
                  </a:lnTo>
                  <a:lnTo>
                    <a:pt x="72615" y="2329109"/>
                  </a:lnTo>
                  <a:lnTo>
                    <a:pt x="97662" y="2340030"/>
                  </a:lnTo>
                  <a:lnTo>
                    <a:pt x="122981" y="2358270"/>
                  </a:lnTo>
                  <a:lnTo>
                    <a:pt x="126942" y="2357371"/>
                  </a:lnTo>
                  <a:lnTo>
                    <a:pt x="134894" y="2343055"/>
                  </a:lnTo>
                  <a:lnTo>
                    <a:pt x="150322" y="2331555"/>
                  </a:lnTo>
                  <a:lnTo>
                    <a:pt x="145957" y="2328380"/>
                  </a:lnTo>
                  <a:lnTo>
                    <a:pt x="123022" y="2341568"/>
                  </a:lnTo>
                  <a:lnTo>
                    <a:pt x="114494" y="2334260"/>
                  </a:lnTo>
                  <a:lnTo>
                    <a:pt x="101269" y="2319375"/>
                  </a:lnTo>
                  <a:lnTo>
                    <a:pt x="101269" y="2311718"/>
                  </a:lnTo>
                  <a:lnTo>
                    <a:pt x="107432" y="2304051"/>
                  </a:lnTo>
                  <a:lnTo>
                    <a:pt x="109483" y="2293688"/>
                  </a:lnTo>
                  <a:lnTo>
                    <a:pt x="106250" y="2283905"/>
                  </a:lnTo>
                  <a:lnTo>
                    <a:pt x="107755" y="2270597"/>
                  </a:lnTo>
                  <a:lnTo>
                    <a:pt x="117980" y="2256471"/>
                  </a:lnTo>
                  <a:lnTo>
                    <a:pt x="133317" y="2242175"/>
                  </a:lnTo>
                  <a:lnTo>
                    <a:pt x="144361" y="2228378"/>
                  </a:lnTo>
                  <a:lnTo>
                    <a:pt x="155707" y="2219883"/>
                  </a:lnTo>
                  <a:lnTo>
                    <a:pt x="154525" y="2217047"/>
                  </a:lnTo>
                  <a:lnTo>
                    <a:pt x="141552" y="2222458"/>
                  </a:lnTo>
                  <a:lnTo>
                    <a:pt x="129145" y="2231633"/>
                  </a:lnTo>
                  <a:lnTo>
                    <a:pt x="114535" y="2247007"/>
                  </a:lnTo>
                  <a:lnTo>
                    <a:pt x="96722" y="2259476"/>
                  </a:lnTo>
                  <a:lnTo>
                    <a:pt x="83557" y="2264308"/>
                  </a:lnTo>
                  <a:lnTo>
                    <a:pt x="77282" y="2268311"/>
                  </a:lnTo>
                  <a:lnTo>
                    <a:pt x="67633" y="2272205"/>
                  </a:lnTo>
                  <a:lnTo>
                    <a:pt x="57651" y="2290075"/>
                  </a:lnTo>
                  <a:lnTo>
                    <a:pt x="46759" y="2297732"/>
                  </a:lnTo>
                  <a:lnTo>
                    <a:pt x="27199" y="2298510"/>
                  </a:lnTo>
                  <a:lnTo>
                    <a:pt x="22894" y="2285442"/>
                  </a:lnTo>
                  <a:lnTo>
                    <a:pt x="28421" y="2238990"/>
                  </a:lnTo>
                  <a:lnTo>
                    <a:pt x="34332" y="2216369"/>
                  </a:lnTo>
                  <a:lnTo>
                    <a:pt x="40818" y="2200365"/>
                  </a:lnTo>
                  <a:lnTo>
                    <a:pt x="51023" y="2197670"/>
                  </a:lnTo>
                  <a:lnTo>
                    <a:pt x="58156" y="2185950"/>
                  </a:lnTo>
                  <a:lnTo>
                    <a:pt x="64077" y="2185950"/>
                  </a:lnTo>
                  <a:lnTo>
                    <a:pt x="69230" y="2191361"/>
                  </a:lnTo>
                  <a:lnTo>
                    <a:pt x="89164" y="2196612"/>
                  </a:lnTo>
                  <a:lnTo>
                    <a:pt x="99005" y="2181677"/>
                  </a:lnTo>
                  <a:lnTo>
                    <a:pt x="111807" y="2179491"/>
                  </a:lnTo>
                  <a:lnTo>
                    <a:pt x="135146" y="2164426"/>
                  </a:lnTo>
                  <a:lnTo>
                    <a:pt x="134661" y="2161681"/>
                  </a:lnTo>
                  <a:lnTo>
                    <a:pt x="118869" y="2164995"/>
                  </a:lnTo>
                  <a:lnTo>
                    <a:pt x="109291" y="2165484"/>
                  </a:lnTo>
                  <a:lnTo>
                    <a:pt x="95560" y="2169268"/>
                  </a:lnTo>
                  <a:lnTo>
                    <a:pt x="88265" y="2166562"/>
                  </a:lnTo>
                  <a:lnTo>
                    <a:pt x="84850" y="2155281"/>
                  </a:lnTo>
                  <a:lnTo>
                    <a:pt x="90347" y="2145118"/>
                  </a:lnTo>
                  <a:lnTo>
                    <a:pt x="112373" y="2120849"/>
                  </a:lnTo>
                  <a:lnTo>
                    <a:pt x="119971" y="2110217"/>
                  </a:lnTo>
                  <a:lnTo>
                    <a:pt x="124305" y="2100284"/>
                  </a:lnTo>
                  <a:lnTo>
                    <a:pt x="123618" y="2093525"/>
                  </a:lnTo>
                  <a:lnTo>
                    <a:pt x="127275" y="2079549"/>
                  </a:lnTo>
                  <a:lnTo>
                    <a:pt x="148816" y="2055120"/>
                  </a:lnTo>
                  <a:lnTo>
                    <a:pt x="166336" y="2043959"/>
                  </a:lnTo>
                  <a:lnTo>
                    <a:pt x="172085" y="2053563"/>
                  </a:lnTo>
                  <a:lnTo>
                    <a:pt x="167195" y="2083612"/>
                  </a:lnTo>
                  <a:lnTo>
                    <a:pt x="167246" y="2096021"/>
                  </a:lnTo>
                  <a:lnTo>
                    <a:pt x="181118" y="2052205"/>
                  </a:lnTo>
                  <a:lnTo>
                    <a:pt x="187221" y="2041792"/>
                  </a:lnTo>
                  <a:lnTo>
                    <a:pt x="194172" y="2034445"/>
                  </a:lnTo>
                  <a:lnTo>
                    <a:pt x="210995" y="2029513"/>
                  </a:lnTo>
                  <a:lnTo>
                    <a:pt x="215753" y="2022615"/>
                  </a:lnTo>
                  <a:lnTo>
                    <a:pt x="196162" y="2024901"/>
                  </a:lnTo>
                  <a:lnTo>
                    <a:pt x="148635" y="2041603"/>
                  </a:lnTo>
                  <a:lnTo>
                    <a:pt x="128599" y="2056498"/>
                  </a:lnTo>
                  <a:lnTo>
                    <a:pt x="123264" y="2067968"/>
                  </a:lnTo>
                  <a:lnTo>
                    <a:pt x="109362" y="2085259"/>
                  </a:lnTo>
                  <a:lnTo>
                    <a:pt x="102845" y="2096490"/>
                  </a:lnTo>
                  <a:lnTo>
                    <a:pt x="99965" y="2112973"/>
                  </a:lnTo>
                  <a:lnTo>
                    <a:pt x="92135" y="2121927"/>
                  </a:lnTo>
                  <a:lnTo>
                    <a:pt x="81577" y="2125242"/>
                  </a:lnTo>
                  <a:lnTo>
                    <a:pt x="66906" y="2146147"/>
                  </a:lnTo>
                  <a:lnTo>
                    <a:pt x="60440" y="2162948"/>
                  </a:lnTo>
                  <a:lnTo>
                    <a:pt x="45840" y="2176336"/>
                  </a:lnTo>
                  <a:lnTo>
                    <a:pt x="36575" y="2186629"/>
                  </a:lnTo>
                  <a:lnTo>
                    <a:pt x="33534" y="2190302"/>
                  </a:lnTo>
                  <a:lnTo>
                    <a:pt x="28522" y="2200425"/>
                  </a:lnTo>
                  <a:lnTo>
                    <a:pt x="24359" y="2201134"/>
                  </a:lnTo>
                  <a:lnTo>
                    <a:pt x="20732" y="2195204"/>
                  </a:lnTo>
                  <a:lnTo>
                    <a:pt x="20126" y="2182146"/>
                  </a:lnTo>
                  <a:lnTo>
                    <a:pt x="21611" y="2161291"/>
                  </a:lnTo>
                  <a:lnTo>
                    <a:pt x="28633" y="2146286"/>
                  </a:lnTo>
                  <a:lnTo>
                    <a:pt x="31988" y="2131631"/>
                  </a:lnTo>
                  <a:lnTo>
                    <a:pt x="27320" y="2117944"/>
                  </a:lnTo>
                  <a:lnTo>
                    <a:pt x="30553" y="2109309"/>
                  </a:lnTo>
                  <a:lnTo>
                    <a:pt x="36736" y="2109608"/>
                  </a:lnTo>
                  <a:lnTo>
                    <a:pt x="48224" y="2113542"/>
                  </a:lnTo>
                  <a:lnTo>
                    <a:pt x="60440" y="2112913"/>
                  </a:lnTo>
                  <a:lnTo>
                    <a:pt x="80516" y="2102101"/>
                  </a:lnTo>
                  <a:lnTo>
                    <a:pt x="77313" y="2095781"/>
                  </a:lnTo>
                  <a:lnTo>
                    <a:pt x="68644" y="2094883"/>
                  </a:lnTo>
                  <a:lnTo>
                    <a:pt x="52458" y="2095781"/>
                  </a:lnTo>
                  <a:lnTo>
                    <a:pt x="38848" y="2085229"/>
                  </a:lnTo>
                  <a:lnTo>
                    <a:pt x="28270" y="2064235"/>
                  </a:lnTo>
                  <a:lnTo>
                    <a:pt x="23460" y="2036182"/>
                  </a:lnTo>
                  <a:lnTo>
                    <a:pt x="26673" y="2028165"/>
                  </a:lnTo>
                  <a:lnTo>
                    <a:pt x="65815" y="1999593"/>
                  </a:lnTo>
                  <a:lnTo>
                    <a:pt x="76353" y="1986625"/>
                  </a:lnTo>
                  <a:lnTo>
                    <a:pt x="70250" y="1985337"/>
                  </a:lnTo>
                  <a:lnTo>
                    <a:pt x="55560" y="2001071"/>
                  </a:lnTo>
                  <a:lnTo>
                    <a:pt x="34524" y="2010834"/>
                  </a:lnTo>
                  <a:lnTo>
                    <a:pt x="21258" y="1997257"/>
                  </a:lnTo>
                  <a:lnTo>
                    <a:pt x="14357" y="1982632"/>
                  </a:lnTo>
                  <a:lnTo>
                    <a:pt x="10386" y="1951754"/>
                  </a:lnTo>
                  <a:lnTo>
                    <a:pt x="11821" y="1935891"/>
                  </a:lnTo>
                  <a:lnTo>
                    <a:pt x="10164" y="1915026"/>
                  </a:lnTo>
                  <a:lnTo>
                    <a:pt x="19146" y="1908247"/>
                  </a:lnTo>
                  <a:lnTo>
                    <a:pt x="29189" y="1911851"/>
                  </a:lnTo>
                  <a:lnTo>
                    <a:pt x="39091" y="1913189"/>
                  </a:lnTo>
                  <a:lnTo>
                    <a:pt x="61551" y="1911362"/>
                  </a:lnTo>
                  <a:lnTo>
                    <a:pt x="111079" y="1898843"/>
                  </a:lnTo>
                  <a:lnTo>
                    <a:pt x="143007" y="1906280"/>
                  </a:lnTo>
                  <a:lnTo>
                    <a:pt x="155980" y="1905602"/>
                  </a:lnTo>
                  <a:lnTo>
                    <a:pt x="175834" y="1894820"/>
                  </a:lnTo>
                  <a:lnTo>
                    <a:pt x="193212" y="1893712"/>
                  </a:lnTo>
                  <a:lnTo>
                    <a:pt x="206205" y="1901948"/>
                  </a:lnTo>
                  <a:lnTo>
                    <a:pt x="213308" y="1911392"/>
                  </a:lnTo>
                  <a:lnTo>
                    <a:pt x="214187" y="1924031"/>
                  </a:lnTo>
                  <a:lnTo>
                    <a:pt x="220199" y="1932456"/>
                  </a:lnTo>
                  <a:lnTo>
                    <a:pt x="224261" y="1929721"/>
                  </a:lnTo>
                  <a:lnTo>
                    <a:pt x="221027" y="1919708"/>
                  </a:lnTo>
                  <a:lnTo>
                    <a:pt x="220351" y="1904194"/>
                  </a:lnTo>
                  <a:lnTo>
                    <a:pt x="272586" y="1886613"/>
                  </a:lnTo>
                  <a:lnTo>
                    <a:pt x="278740" y="1879785"/>
                  </a:lnTo>
                  <a:lnTo>
                    <a:pt x="257987" y="1877409"/>
                  </a:lnTo>
                  <a:lnTo>
                    <a:pt x="252056" y="1861376"/>
                  </a:lnTo>
                  <a:lnTo>
                    <a:pt x="263018" y="1837117"/>
                  </a:lnTo>
                  <a:lnTo>
                    <a:pt x="261988" y="1833972"/>
                  </a:lnTo>
                  <a:lnTo>
                    <a:pt x="250459" y="1846771"/>
                  </a:lnTo>
                  <a:lnTo>
                    <a:pt x="244781" y="1864780"/>
                  </a:lnTo>
                  <a:lnTo>
                    <a:pt x="247034" y="1879156"/>
                  </a:lnTo>
                  <a:lnTo>
                    <a:pt x="244751" y="1885835"/>
                  </a:lnTo>
                  <a:lnTo>
                    <a:pt x="234152" y="1888900"/>
                  </a:lnTo>
                  <a:lnTo>
                    <a:pt x="210257" y="1890008"/>
                  </a:lnTo>
                  <a:lnTo>
                    <a:pt x="194920" y="1883908"/>
                  </a:lnTo>
                  <a:lnTo>
                    <a:pt x="180714" y="1880594"/>
                  </a:lnTo>
                  <a:lnTo>
                    <a:pt x="175874" y="1875991"/>
                  </a:lnTo>
                  <a:lnTo>
                    <a:pt x="177491" y="1865729"/>
                  </a:lnTo>
                  <a:lnTo>
                    <a:pt x="174803" y="1863612"/>
                  </a:lnTo>
                  <a:lnTo>
                    <a:pt x="168923" y="1872837"/>
                  </a:lnTo>
                  <a:lnTo>
                    <a:pt x="163699" y="1891226"/>
                  </a:lnTo>
                  <a:lnTo>
                    <a:pt x="152413" y="1895459"/>
                  </a:lnTo>
                  <a:lnTo>
                    <a:pt x="121274" y="1888630"/>
                  </a:lnTo>
                  <a:lnTo>
                    <a:pt x="76191" y="1892653"/>
                  </a:lnTo>
                  <a:lnTo>
                    <a:pt x="55964" y="1901908"/>
                  </a:lnTo>
                  <a:lnTo>
                    <a:pt x="42859" y="1900700"/>
                  </a:lnTo>
                  <a:lnTo>
                    <a:pt x="20318" y="1884487"/>
                  </a:lnTo>
                  <a:lnTo>
                    <a:pt x="11518" y="1871599"/>
                  </a:lnTo>
                  <a:lnTo>
                    <a:pt x="8234" y="1845612"/>
                  </a:lnTo>
                  <a:lnTo>
                    <a:pt x="9558" y="1834182"/>
                  </a:lnTo>
                  <a:lnTo>
                    <a:pt x="27118" y="1829370"/>
                  </a:lnTo>
                  <a:lnTo>
                    <a:pt x="35999" y="1829709"/>
                  </a:lnTo>
                  <a:lnTo>
                    <a:pt x="44314" y="1823570"/>
                  </a:lnTo>
                  <a:lnTo>
                    <a:pt x="36959" y="1819576"/>
                  </a:lnTo>
                  <a:lnTo>
                    <a:pt x="26613" y="1811739"/>
                  </a:lnTo>
                  <a:lnTo>
                    <a:pt x="19560" y="1796036"/>
                  </a:lnTo>
                  <a:lnTo>
                    <a:pt x="8931" y="1790915"/>
                  </a:lnTo>
                  <a:lnTo>
                    <a:pt x="1808" y="1777527"/>
                  </a:lnTo>
                  <a:lnTo>
                    <a:pt x="0" y="1757311"/>
                  </a:lnTo>
                  <a:lnTo>
                    <a:pt x="2040" y="1743255"/>
                  </a:lnTo>
                  <a:lnTo>
                    <a:pt x="7729" y="1738732"/>
                  </a:lnTo>
                  <a:lnTo>
                    <a:pt x="21379" y="1741807"/>
                  </a:lnTo>
                  <a:lnTo>
                    <a:pt x="57419" y="1739451"/>
                  </a:lnTo>
                  <a:lnTo>
                    <a:pt x="91347" y="1753727"/>
                  </a:lnTo>
                  <a:lnTo>
                    <a:pt x="114373" y="1761823"/>
                  </a:lnTo>
                  <a:lnTo>
                    <a:pt x="161022" y="1757750"/>
                  </a:lnTo>
                  <a:lnTo>
                    <a:pt x="188342" y="1745002"/>
                  </a:lnTo>
                  <a:lnTo>
                    <a:pt x="183331" y="1741478"/>
                  </a:lnTo>
                  <a:lnTo>
                    <a:pt x="153697" y="1748845"/>
                  </a:lnTo>
                  <a:lnTo>
                    <a:pt x="126306" y="1748546"/>
                  </a:lnTo>
                  <a:lnTo>
                    <a:pt x="78020" y="1734140"/>
                  </a:lnTo>
                  <a:lnTo>
                    <a:pt x="58217" y="1729498"/>
                  </a:lnTo>
                  <a:lnTo>
                    <a:pt x="36888" y="1731544"/>
                  </a:lnTo>
                  <a:lnTo>
                    <a:pt x="25784" y="1727172"/>
                  </a:lnTo>
                  <a:lnTo>
                    <a:pt x="19257" y="1712926"/>
                  </a:lnTo>
                  <a:lnTo>
                    <a:pt x="24087" y="1685682"/>
                  </a:lnTo>
                  <a:lnTo>
                    <a:pt x="34200" y="1679801"/>
                  </a:lnTo>
                  <a:lnTo>
                    <a:pt x="39677" y="1686910"/>
                  </a:lnTo>
                  <a:lnTo>
                    <a:pt x="46284" y="1687359"/>
                  </a:lnTo>
                  <a:lnTo>
                    <a:pt x="52973" y="1675978"/>
                  </a:lnTo>
                  <a:lnTo>
                    <a:pt x="59379" y="1669489"/>
                  </a:lnTo>
                  <a:lnTo>
                    <a:pt x="64451" y="1654814"/>
                  </a:lnTo>
                  <a:lnTo>
                    <a:pt x="83577" y="1640907"/>
                  </a:lnTo>
                  <a:lnTo>
                    <a:pt x="91660" y="1639729"/>
                  </a:lnTo>
                  <a:lnTo>
                    <a:pt x="103249" y="1633320"/>
                  </a:lnTo>
                  <a:lnTo>
                    <a:pt x="110645" y="1635137"/>
                  </a:lnTo>
                  <a:lnTo>
                    <a:pt x="115383" y="1641566"/>
                  </a:lnTo>
                  <a:lnTo>
                    <a:pt x="121375" y="1646897"/>
                  </a:lnTo>
                  <a:lnTo>
                    <a:pt x="134358" y="1646248"/>
                  </a:lnTo>
                  <a:lnTo>
                    <a:pt x="172752" y="1635107"/>
                  </a:lnTo>
                  <a:lnTo>
                    <a:pt x="176885" y="1631832"/>
                  </a:lnTo>
                  <a:lnTo>
                    <a:pt x="184371" y="1622678"/>
                  </a:lnTo>
                  <a:lnTo>
                    <a:pt x="160032" y="1626761"/>
                  </a:lnTo>
                  <a:lnTo>
                    <a:pt x="139814" y="1633260"/>
                  </a:lnTo>
                  <a:lnTo>
                    <a:pt x="126821" y="1635067"/>
                  </a:lnTo>
                  <a:lnTo>
                    <a:pt x="124992" y="1626950"/>
                  </a:lnTo>
                  <a:lnTo>
                    <a:pt x="129781" y="1619743"/>
                  </a:lnTo>
                  <a:lnTo>
                    <a:pt x="137308" y="1612075"/>
                  </a:lnTo>
                  <a:lnTo>
                    <a:pt x="140966" y="1599007"/>
                  </a:lnTo>
                  <a:lnTo>
                    <a:pt x="149251" y="1593427"/>
                  </a:lnTo>
                  <a:lnTo>
                    <a:pt x="158203" y="1593726"/>
                  </a:lnTo>
                  <a:lnTo>
                    <a:pt x="176713" y="1591350"/>
                  </a:lnTo>
                  <a:lnTo>
                    <a:pt x="189777" y="1587956"/>
                  </a:lnTo>
                  <a:lnTo>
                    <a:pt x="212177" y="1590232"/>
                  </a:lnTo>
                  <a:lnTo>
                    <a:pt x="245559" y="1595234"/>
                  </a:lnTo>
                  <a:lnTo>
                    <a:pt x="267080" y="1607393"/>
                  </a:lnTo>
                  <a:lnTo>
                    <a:pt x="275183" y="1606295"/>
                  </a:lnTo>
                  <a:lnTo>
                    <a:pt x="283771" y="1603061"/>
                  </a:lnTo>
                  <a:lnTo>
                    <a:pt x="287661" y="1598648"/>
                  </a:lnTo>
                  <a:lnTo>
                    <a:pt x="270768" y="1593597"/>
                  </a:lnTo>
                  <a:lnTo>
                    <a:pt x="269808" y="1586399"/>
                  </a:lnTo>
                  <a:lnTo>
                    <a:pt x="271899" y="1580968"/>
                  </a:lnTo>
                  <a:lnTo>
                    <a:pt x="299452" y="1570965"/>
                  </a:lnTo>
                  <a:lnTo>
                    <a:pt x="329541" y="1568748"/>
                  </a:lnTo>
                  <a:lnTo>
                    <a:pt x="324368" y="1560692"/>
                  </a:lnTo>
                  <a:lnTo>
                    <a:pt x="258451" y="1572851"/>
                  </a:lnTo>
                  <a:lnTo>
                    <a:pt x="241245" y="1564555"/>
                  </a:lnTo>
                  <a:lnTo>
                    <a:pt x="227666" y="1564625"/>
                  </a:lnTo>
                  <a:lnTo>
                    <a:pt x="218774" y="1569367"/>
                  </a:lnTo>
                  <a:lnTo>
                    <a:pt x="193434" y="1575108"/>
                  </a:lnTo>
                  <a:lnTo>
                    <a:pt x="188777" y="1571025"/>
                  </a:lnTo>
                  <a:lnTo>
                    <a:pt x="193596" y="1556928"/>
                  </a:lnTo>
                  <a:lnTo>
                    <a:pt x="208772" y="1533807"/>
                  </a:lnTo>
                  <a:lnTo>
                    <a:pt x="210035" y="1528137"/>
                  </a:lnTo>
                  <a:lnTo>
                    <a:pt x="217077" y="1522576"/>
                  </a:lnTo>
                  <a:lnTo>
                    <a:pt x="256451" y="1509159"/>
                  </a:lnTo>
                  <a:lnTo>
                    <a:pt x="275365" y="1493575"/>
                  </a:lnTo>
                  <a:lnTo>
                    <a:pt x="283893" y="1491598"/>
                  </a:lnTo>
                  <a:lnTo>
                    <a:pt x="292349" y="1492686"/>
                  </a:lnTo>
                  <a:lnTo>
                    <a:pt x="305211" y="1490859"/>
                  </a:lnTo>
                  <a:lnTo>
                    <a:pt x="330066" y="1495322"/>
                  </a:lnTo>
                  <a:lnTo>
                    <a:pt x="341504" y="1514839"/>
                  </a:lnTo>
                  <a:lnTo>
                    <a:pt x="351789" y="1520969"/>
                  </a:lnTo>
                  <a:lnTo>
                    <a:pt x="384131" y="1545358"/>
                  </a:lnTo>
                  <a:lnTo>
                    <a:pt x="382686" y="1538340"/>
                  </a:lnTo>
                  <a:lnTo>
                    <a:pt x="354689" y="1505295"/>
                  </a:lnTo>
                  <a:lnTo>
                    <a:pt x="343989" y="1497119"/>
                  </a:lnTo>
                  <a:lnTo>
                    <a:pt x="336007" y="1480896"/>
                  </a:lnTo>
                  <a:lnTo>
                    <a:pt x="338745" y="1465562"/>
                  </a:lnTo>
                  <a:lnTo>
                    <a:pt x="347748" y="1455329"/>
                  </a:lnTo>
                  <a:lnTo>
                    <a:pt x="379685" y="1449848"/>
                  </a:lnTo>
                  <a:lnTo>
                    <a:pt x="385414" y="1443928"/>
                  </a:lnTo>
                  <a:lnTo>
                    <a:pt x="385980" y="1433756"/>
                  </a:lnTo>
                  <a:lnTo>
                    <a:pt x="381090" y="1426797"/>
                  </a:lnTo>
                  <a:lnTo>
                    <a:pt x="369339" y="1427197"/>
                  </a:lnTo>
                  <a:lnTo>
                    <a:pt x="359650" y="1422884"/>
                  </a:lnTo>
                  <a:lnTo>
                    <a:pt x="356982" y="1411922"/>
                  </a:lnTo>
                  <a:lnTo>
                    <a:pt x="360852" y="1404515"/>
                  </a:lnTo>
                  <a:lnTo>
                    <a:pt x="379271" y="1391007"/>
                  </a:lnTo>
                  <a:lnTo>
                    <a:pt x="389355" y="1386625"/>
                  </a:lnTo>
                  <a:lnTo>
                    <a:pt x="406814" y="1381863"/>
                  </a:lnTo>
                  <a:lnTo>
                    <a:pt x="437175" y="1392545"/>
                  </a:lnTo>
                  <a:lnTo>
                    <a:pt x="439479" y="1398145"/>
                  </a:lnTo>
                  <a:lnTo>
                    <a:pt x="430972" y="1411613"/>
                  </a:lnTo>
                  <a:lnTo>
                    <a:pt x="431830" y="1419170"/>
                  </a:lnTo>
                  <a:lnTo>
                    <a:pt x="439267" y="1420009"/>
                  </a:lnTo>
                  <a:lnTo>
                    <a:pt x="456605" y="1397307"/>
                  </a:lnTo>
                  <a:lnTo>
                    <a:pt x="476994" y="1394172"/>
                  </a:lnTo>
                  <a:lnTo>
                    <a:pt x="485430" y="1389290"/>
                  </a:lnTo>
                  <a:lnTo>
                    <a:pt x="495221" y="1386226"/>
                  </a:lnTo>
                  <a:lnTo>
                    <a:pt x="509225" y="1406751"/>
                  </a:lnTo>
                  <a:lnTo>
                    <a:pt x="515358" y="1413320"/>
                  </a:lnTo>
                  <a:lnTo>
                    <a:pt x="519965" y="1416015"/>
                  </a:lnTo>
                  <a:lnTo>
                    <a:pt x="524431" y="1433107"/>
                  </a:lnTo>
                  <a:lnTo>
                    <a:pt x="528755" y="1434015"/>
                  </a:lnTo>
                  <a:lnTo>
                    <a:pt x="534918" y="1425450"/>
                  </a:lnTo>
                  <a:lnTo>
                    <a:pt x="546093" y="1420937"/>
                  </a:lnTo>
                  <a:lnTo>
                    <a:pt x="561764" y="1417962"/>
                  </a:lnTo>
                  <a:lnTo>
                    <a:pt x="587720" y="1422484"/>
                  </a:lnTo>
                  <a:lnTo>
                    <a:pt x="599471" y="1419140"/>
                  </a:lnTo>
                  <a:lnTo>
                    <a:pt x="605230" y="1419609"/>
                  </a:lnTo>
                  <a:lnTo>
                    <a:pt x="599703" y="1404265"/>
                  </a:lnTo>
                  <a:lnTo>
                    <a:pt x="596278" y="1399833"/>
                  </a:lnTo>
                  <a:lnTo>
                    <a:pt x="601623" y="1386136"/>
                  </a:lnTo>
                  <a:lnTo>
                    <a:pt x="607200" y="1380785"/>
                  </a:lnTo>
                  <a:lnTo>
                    <a:pt x="625134" y="1371171"/>
                  </a:lnTo>
                  <a:lnTo>
                    <a:pt x="642239" y="1366878"/>
                  </a:lnTo>
                  <a:lnTo>
                    <a:pt x="653404" y="1357753"/>
                  </a:lnTo>
                  <a:lnTo>
                    <a:pt x="668398" y="1349368"/>
                  </a:lnTo>
                  <a:lnTo>
                    <a:pt x="666044" y="1342649"/>
                  </a:lnTo>
                  <a:lnTo>
                    <a:pt x="661871" y="1334872"/>
                  </a:lnTo>
                  <a:lnTo>
                    <a:pt x="652171" y="1334383"/>
                  </a:lnTo>
                  <a:lnTo>
                    <a:pt x="648211" y="1330140"/>
                  </a:lnTo>
                  <a:lnTo>
                    <a:pt x="660527" y="1320057"/>
                  </a:lnTo>
                  <a:lnTo>
                    <a:pt x="677390" y="1308856"/>
                  </a:lnTo>
                  <a:lnTo>
                    <a:pt x="674450" y="1304453"/>
                  </a:lnTo>
                  <a:lnTo>
                    <a:pt x="661770" y="1299472"/>
                  </a:lnTo>
                  <a:lnTo>
                    <a:pt x="652141" y="1303225"/>
                  </a:lnTo>
                  <a:lnTo>
                    <a:pt x="637824" y="1311891"/>
                  </a:lnTo>
                  <a:lnTo>
                    <a:pt x="621173" y="1325598"/>
                  </a:lnTo>
                  <a:lnTo>
                    <a:pt x="626599" y="1329591"/>
                  </a:lnTo>
                  <a:lnTo>
                    <a:pt x="634935" y="1341111"/>
                  </a:lnTo>
                  <a:lnTo>
                    <a:pt x="623305" y="1356446"/>
                  </a:lnTo>
                  <a:lnTo>
                    <a:pt x="561673" y="1397167"/>
                  </a:lnTo>
                  <a:lnTo>
                    <a:pt x="532281" y="1409097"/>
                  </a:lnTo>
                  <a:lnTo>
                    <a:pt x="518722" y="1407240"/>
                  </a:lnTo>
                  <a:lnTo>
                    <a:pt x="515489" y="1396109"/>
                  </a:lnTo>
                  <a:lnTo>
                    <a:pt x="509235" y="1387873"/>
                  </a:lnTo>
                  <a:lnTo>
                    <a:pt x="502526" y="1370901"/>
                  </a:lnTo>
                  <a:lnTo>
                    <a:pt x="491119" y="1371351"/>
                  </a:lnTo>
                  <a:lnTo>
                    <a:pt x="484642" y="1375104"/>
                  </a:lnTo>
                  <a:lnTo>
                    <a:pt x="481813" y="1369544"/>
                  </a:lnTo>
                  <a:lnTo>
                    <a:pt x="486724" y="1351414"/>
                  </a:lnTo>
                  <a:lnTo>
                    <a:pt x="496373" y="1337088"/>
                  </a:lnTo>
                  <a:lnTo>
                    <a:pt x="512559" y="1326266"/>
                  </a:lnTo>
                  <a:lnTo>
                    <a:pt x="520318" y="1313198"/>
                  </a:lnTo>
                  <a:lnTo>
                    <a:pt x="527613" y="1292463"/>
                  </a:lnTo>
                  <a:lnTo>
                    <a:pt x="551024" y="1272736"/>
                  </a:lnTo>
                  <a:lnTo>
                    <a:pt x="585103" y="1223939"/>
                  </a:lnTo>
                  <a:lnTo>
                    <a:pt x="612868" y="1208365"/>
                  </a:lnTo>
                  <a:lnTo>
                    <a:pt x="623042" y="1191343"/>
                  </a:lnTo>
                  <a:lnTo>
                    <a:pt x="639400" y="1183816"/>
                  </a:lnTo>
                  <a:lnTo>
                    <a:pt x="653364" y="1170538"/>
                  </a:lnTo>
                  <a:lnTo>
                    <a:pt x="664326" y="1169221"/>
                  </a:lnTo>
                  <a:lnTo>
                    <a:pt x="684240" y="1157271"/>
                  </a:lnTo>
                  <a:lnTo>
                    <a:pt x="695526" y="1143055"/>
                  </a:lnTo>
                  <a:lnTo>
                    <a:pt x="688161" y="1142166"/>
                  </a:lnTo>
                  <a:lnTo>
                    <a:pt x="670651" y="1151421"/>
                  </a:lnTo>
                  <a:lnTo>
                    <a:pt x="660749" y="1155144"/>
                  </a:lnTo>
                  <a:lnTo>
                    <a:pt x="661447" y="1139890"/>
                  </a:lnTo>
                  <a:lnTo>
                    <a:pt x="666246" y="1124246"/>
                  </a:lnTo>
                  <a:lnTo>
                    <a:pt x="680674" y="1109950"/>
                  </a:lnTo>
                  <a:lnTo>
                    <a:pt x="750025" y="1068420"/>
                  </a:lnTo>
                  <a:lnTo>
                    <a:pt x="756946" y="1075289"/>
                  </a:lnTo>
                  <a:lnTo>
                    <a:pt x="765221" y="1087428"/>
                  </a:lnTo>
                  <a:lnTo>
                    <a:pt x="786106" y="1084683"/>
                  </a:lnTo>
                  <a:lnTo>
                    <a:pt x="809900" y="1061173"/>
                  </a:lnTo>
                  <a:lnTo>
                    <a:pt x="828228" y="1035645"/>
                  </a:lnTo>
                  <a:lnTo>
                    <a:pt x="818326" y="1040098"/>
                  </a:lnTo>
                  <a:lnTo>
                    <a:pt x="807515" y="1050550"/>
                  </a:lnTo>
                  <a:lnTo>
                    <a:pt x="786449" y="1065076"/>
                  </a:lnTo>
                  <a:lnTo>
                    <a:pt x="776709" y="1067372"/>
                  </a:lnTo>
                  <a:lnTo>
                    <a:pt x="771152" y="1065485"/>
                  </a:lnTo>
                  <a:lnTo>
                    <a:pt x="768061" y="1055792"/>
                  </a:lnTo>
                  <a:lnTo>
                    <a:pt x="760756" y="1052647"/>
                  </a:lnTo>
                  <a:lnTo>
                    <a:pt x="754158" y="1054823"/>
                  </a:lnTo>
                  <a:lnTo>
                    <a:pt x="747358" y="1047935"/>
                  </a:lnTo>
                  <a:lnTo>
                    <a:pt x="746146" y="1030923"/>
                  </a:lnTo>
                  <a:lnTo>
                    <a:pt x="754845" y="1005596"/>
                  </a:lnTo>
                  <a:lnTo>
                    <a:pt x="761736" y="988844"/>
                  </a:lnTo>
                  <a:lnTo>
                    <a:pt x="769182" y="976166"/>
                  </a:lnTo>
                  <a:lnTo>
                    <a:pt x="798452" y="940186"/>
                  </a:lnTo>
                  <a:lnTo>
                    <a:pt x="804777" y="920549"/>
                  </a:lnTo>
                  <a:lnTo>
                    <a:pt x="818013" y="910187"/>
                  </a:lnTo>
                  <a:lnTo>
                    <a:pt x="835210" y="912493"/>
                  </a:lnTo>
                  <a:lnTo>
                    <a:pt x="840393" y="909498"/>
                  </a:lnTo>
                  <a:lnTo>
                    <a:pt x="834492" y="896629"/>
                  </a:lnTo>
                  <a:lnTo>
                    <a:pt x="815750" y="886427"/>
                  </a:lnTo>
                  <a:lnTo>
                    <a:pt x="814614" y="880107"/>
                  </a:lnTo>
                  <a:lnTo>
                    <a:pt x="997663" y="88010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1311199" y="1625952"/>
              <a:ext cx="925069" cy="914400"/>
            </a:xfrm>
            <a:custGeom>
              <a:avLst/>
              <a:pathLst>
                <a:path w="925069" h="914400">
                  <a:moveTo>
                    <a:pt x="914400" y="914400"/>
                  </a:moveTo>
                  <a:lnTo>
                    <a:pt x="907044" y="912193"/>
                  </a:lnTo>
                  <a:lnTo>
                    <a:pt x="909671" y="892666"/>
                  </a:lnTo>
                  <a:lnTo>
                    <a:pt x="913520" y="889471"/>
                  </a:lnTo>
                  <a:lnTo>
                    <a:pt x="919088" y="888343"/>
                  </a:lnTo>
                  <a:lnTo>
                    <a:pt x="925069" y="898796"/>
                  </a:lnTo>
                  <a:lnTo>
                    <a:pt x="923564" y="911814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1333852" y="1806518"/>
              <a:ext cx="914400" cy="914400"/>
            </a:xfrm>
            <a:custGeom>
              <a:avLst/>
              <a:pathLst>
                <a:path w="914400" h="914400">
                  <a:moveTo>
                    <a:pt x="914400" y="914400"/>
                  </a:moveTo>
                  <a:lnTo>
                    <a:pt x="904872" y="912563"/>
                  </a:lnTo>
                  <a:lnTo>
                    <a:pt x="900588" y="903248"/>
                  </a:lnTo>
                  <a:lnTo>
                    <a:pt x="899345" y="897298"/>
                  </a:lnTo>
                  <a:lnTo>
                    <a:pt x="900093" y="883242"/>
                  </a:lnTo>
                  <a:lnTo>
                    <a:pt x="897951" y="868746"/>
                  </a:lnTo>
                  <a:lnTo>
                    <a:pt x="900760" y="861548"/>
                  </a:lnTo>
                  <a:lnTo>
                    <a:pt x="904215" y="860570"/>
                  </a:lnTo>
                  <a:lnTo>
                    <a:pt x="910378" y="873468"/>
                  </a:lnTo>
                  <a:lnTo>
                    <a:pt x="914066" y="89011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2038714" y="701039"/>
              <a:ext cx="924887" cy="914400"/>
            </a:xfrm>
            <a:custGeom>
              <a:avLst/>
              <a:pathLst>
                <a:path w="924887" h="914400">
                  <a:moveTo>
                    <a:pt x="914400" y="914400"/>
                  </a:moveTo>
                  <a:lnTo>
                    <a:pt x="901618" y="912593"/>
                  </a:lnTo>
                  <a:lnTo>
                    <a:pt x="900254" y="907192"/>
                  </a:lnTo>
                  <a:lnTo>
                    <a:pt x="903902" y="896370"/>
                  </a:lnTo>
                  <a:lnTo>
                    <a:pt x="911661" y="891867"/>
                  </a:lnTo>
                  <a:lnTo>
                    <a:pt x="921694" y="892756"/>
                  </a:lnTo>
                  <a:lnTo>
                    <a:pt x="924887" y="897278"/>
                  </a:lnTo>
                  <a:lnTo>
                    <a:pt x="921240" y="90810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1671870" y="1095824"/>
              <a:ext cx="961856" cy="914400"/>
            </a:xfrm>
            <a:custGeom>
              <a:avLst/>
              <a:pathLst>
                <a:path w="961856" h="914400">
                  <a:moveTo>
                    <a:pt x="914400" y="914400"/>
                  </a:moveTo>
                  <a:lnTo>
                    <a:pt x="907256" y="909827"/>
                  </a:lnTo>
                  <a:lnTo>
                    <a:pt x="924240" y="900693"/>
                  </a:lnTo>
                  <a:lnTo>
                    <a:pt x="950894" y="892007"/>
                  </a:lnTo>
                  <a:lnTo>
                    <a:pt x="953430" y="886486"/>
                  </a:lnTo>
                  <a:lnTo>
                    <a:pt x="956663" y="885808"/>
                  </a:lnTo>
                  <a:lnTo>
                    <a:pt x="961270" y="892596"/>
                  </a:lnTo>
                  <a:lnTo>
                    <a:pt x="961856" y="901891"/>
                  </a:lnTo>
                  <a:lnTo>
                    <a:pt x="958926" y="906493"/>
                  </a:lnTo>
                  <a:lnTo>
                    <a:pt x="926261" y="91392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1635507" y="1162861"/>
              <a:ext cx="928494" cy="914400"/>
            </a:xfrm>
            <a:custGeom>
              <a:avLst/>
              <a:pathLst>
                <a:path w="928494" h="914400">
                  <a:moveTo>
                    <a:pt x="914400" y="914400"/>
                  </a:moveTo>
                  <a:lnTo>
                    <a:pt x="902356" y="911245"/>
                  </a:lnTo>
                  <a:lnTo>
                    <a:pt x="894808" y="904556"/>
                  </a:lnTo>
                  <a:lnTo>
                    <a:pt x="893636" y="898656"/>
                  </a:lnTo>
                  <a:lnTo>
                    <a:pt x="907539" y="891318"/>
                  </a:lnTo>
                  <a:lnTo>
                    <a:pt x="921523" y="887026"/>
                  </a:lnTo>
                  <a:lnTo>
                    <a:pt x="927999" y="895092"/>
                  </a:lnTo>
                  <a:lnTo>
                    <a:pt x="928494" y="908370"/>
                  </a:lnTo>
                  <a:lnTo>
                    <a:pt x="924544" y="91426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2093304" y="639013"/>
              <a:ext cx="950540" cy="914400"/>
            </a:xfrm>
            <a:custGeom>
              <a:avLst/>
              <a:pathLst>
                <a:path w="950540" h="914400">
                  <a:moveTo>
                    <a:pt x="914400" y="914400"/>
                  </a:moveTo>
                  <a:lnTo>
                    <a:pt x="914470" y="906044"/>
                  </a:lnTo>
                  <a:lnTo>
                    <a:pt x="919219" y="898446"/>
                  </a:lnTo>
                  <a:lnTo>
                    <a:pt x="926746" y="893375"/>
                  </a:lnTo>
                  <a:lnTo>
                    <a:pt x="936426" y="892017"/>
                  </a:lnTo>
                  <a:lnTo>
                    <a:pt x="947257" y="891438"/>
                  </a:lnTo>
                  <a:lnTo>
                    <a:pt x="950540" y="895461"/>
                  </a:lnTo>
                  <a:lnTo>
                    <a:pt x="944316" y="901152"/>
                  </a:lnTo>
                  <a:lnTo>
                    <a:pt x="922685" y="91381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2082736" y="610890"/>
              <a:ext cx="942824" cy="914400"/>
            </a:xfrm>
            <a:custGeom>
              <a:avLst/>
              <a:pathLst>
                <a:path w="942824" h="914400">
                  <a:moveTo>
                    <a:pt x="914400" y="914400"/>
                  </a:moveTo>
                  <a:lnTo>
                    <a:pt x="915996" y="905375"/>
                  </a:lnTo>
                  <a:lnTo>
                    <a:pt x="919555" y="901441"/>
                  </a:lnTo>
                  <a:lnTo>
                    <a:pt x="942824" y="901441"/>
                  </a:lnTo>
                  <a:lnTo>
                    <a:pt x="940164" y="907182"/>
                  </a:lnTo>
                  <a:lnTo>
                    <a:pt x="923978" y="913042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1963927" y="855948"/>
              <a:ext cx="921351" cy="914400"/>
            </a:xfrm>
            <a:custGeom>
              <a:avLst/>
              <a:pathLst>
                <a:path w="921351" h="914400">
                  <a:moveTo>
                    <a:pt x="914400" y="914400"/>
                  </a:moveTo>
                  <a:lnTo>
                    <a:pt x="902346" y="909827"/>
                  </a:lnTo>
                  <a:lnTo>
                    <a:pt x="878552" y="913361"/>
                  </a:lnTo>
                  <a:lnTo>
                    <a:pt x="868963" y="907801"/>
                  </a:lnTo>
                  <a:lnTo>
                    <a:pt x="876581" y="896979"/>
                  </a:lnTo>
                  <a:lnTo>
                    <a:pt x="898052" y="885638"/>
                  </a:lnTo>
                  <a:lnTo>
                    <a:pt x="909600" y="886157"/>
                  </a:lnTo>
                  <a:lnTo>
                    <a:pt x="921351" y="900114"/>
                  </a:lnTo>
                  <a:lnTo>
                    <a:pt x="919825" y="908709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1370781" y="3232539"/>
              <a:ext cx="1095589" cy="937720"/>
            </a:xfrm>
            <a:custGeom>
              <a:avLst/>
              <a:pathLst>
                <a:path w="1095589" h="937720">
                  <a:moveTo>
                    <a:pt x="914400" y="914400"/>
                  </a:moveTo>
                  <a:lnTo>
                    <a:pt x="923301" y="903228"/>
                  </a:lnTo>
                  <a:lnTo>
                    <a:pt x="958633" y="881455"/>
                  </a:lnTo>
                  <a:lnTo>
                    <a:pt x="978154" y="874936"/>
                  </a:lnTo>
                  <a:lnTo>
                    <a:pt x="1008263" y="873259"/>
                  </a:lnTo>
                  <a:lnTo>
                    <a:pt x="1030026" y="869375"/>
                  </a:lnTo>
                  <a:lnTo>
                    <a:pt x="1056164" y="867968"/>
                  </a:lnTo>
                  <a:lnTo>
                    <a:pt x="1066116" y="881415"/>
                  </a:lnTo>
                  <a:lnTo>
                    <a:pt x="1071885" y="891248"/>
                  </a:lnTo>
                  <a:lnTo>
                    <a:pt x="1081181" y="896709"/>
                  </a:lnTo>
                  <a:lnTo>
                    <a:pt x="1095589" y="900453"/>
                  </a:lnTo>
                  <a:lnTo>
                    <a:pt x="1094730" y="919890"/>
                  </a:lnTo>
                  <a:lnTo>
                    <a:pt x="1094777" y="937720"/>
                  </a:lnTo>
                  <a:lnTo>
                    <a:pt x="905607" y="93772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1448094" y="3178819"/>
              <a:ext cx="928898" cy="914399"/>
            </a:xfrm>
            <a:custGeom>
              <a:avLst/>
              <a:pathLst>
                <a:path w="928898" h="914399">
                  <a:moveTo>
                    <a:pt x="914400" y="914399"/>
                  </a:moveTo>
                  <a:lnTo>
                    <a:pt x="910883" y="912942"/>
                  </a:lnTo>
                  <a:lnTo>
                    <a:pt x="911752" y="910935"/>
                  </a:lnTo>
                  <a:lnTo>
                    <a:pt x="924503" y="906593"/>
                  </a:lnTo>
                  <a:lnTo>
                    <a:pt x="928898" y="90746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1400374" y="3185807"/>
              <a:ext cx="934809" cy="914400"/>
            </a:xfrm>
            <a:custGeom>
              <a:avLst/>
              <a:pathLst>
                <a:path w="934809" h="914400">
                  <a:moveTo>
                    <a:pt x="914399" y="914400"/>
                  </a:moveTo>
                  <a:lnTo>
                    <a:pt x="907499" y="911894"/>
                  </a:lnTo>
                  <a:lnTo>
                    <a:pt x="906357" y="909518"/>
                  </a:lnTo>
                  <a:lnTo>
                    <a:pt x="911924" y="908110"/>
                  </a:lnTo>
                  <a:lnTo>
                    <a:pt x="929323" y="907761"/>
                  </a:lnTo>
                  <a:lnTo>
                    <a:pt x="934698" y="909827"/>
                  </a:lnTo>
                  <a:lnTo>
                    <a:pt x="934809" y="911085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1316746" y="3228346"/>
              <a:ext cx="933526" cy="914399"/>
            </a:xfrm>
            <a:custGeom>
              <a:avLst/>
              <a:pathLst>
                <a:path w="933526" h="914399">
                  <a:moveTo>
                    <a:pt x="914399" y="914399"/>
                  </a:moveTo>
                  <a:lnTo>
                    <a:pt x="912763" y="912014"/>
                  </a:lnTo>
                  <a:lnTo>
                    <a:pt x="925089" y="898936"/>
                  </a:lnTo>
                  <a:lnTo>
                    <a:pt x="933526" y="899385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1348704" y="3199065"/>
              <a:ext cx="950611" cy="914400"/>
            </a:xfrm>
            <a:custGeom>
              <a:avLst/>
              <a:pathLst>
                <a:path w="950611" h="914400">
                  <a:moveTo>
                    <a:pt x="914400" y="914400"/>
                  </a:moveTo>
                  <a:lnTo>
                    <a:pt x="910015" y="911534"/>
                  </a:lnTo>
                  <a:lnTo>
                    <a:pt x="933283" y="903428"/>
                  </a:lnTo>
                  <a:lnTo>
                    <a:pt x="948004" y="900952"/>
                  </a:lnTo>
                  <a:lnTo>
                    <a:pt x="950611" y="902070"/>
                  </a:lnTo>
                  <a:lnTo>
                    <a:pt x="924038" y="912772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1312887" y="3238828"/>
              <a:ext cx="914399" cy="931431"/>
            </a:xfrm>
            <a:custGeom>
              <a:avLst/>
              <a:pathLst>
                <a:path w="914399" h="931431">
                  <a:moveTo>
                    <a:pt x="914399" y="914399"/>
                  </a:moveTo>
                  <a:lnTo>
                    <a:pt x="914377" y="931431"/>
                  </a:lnTo>
                  <a:lnTo>
                    <a:pt x="900667" y="93143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1494530" y="3157884"/>
              <a:ext cx="930828" cy="914400"/>
            </a:xfrm>
            <a:custGeom>
              <a:avLst/>
              <a:pathLst>
                <a:path w="930828" h="914400">
                  <a:moveTo>
                    <a:pt x="914399" y="914400"/>
                  </a:moveTo>
                  <a:lnTo>
                    <a:pt x="917138" y="908989"/>
                  </a:lnTo>
                  <a:lnTo>
                    <a:pt x="926039" y="904935"/>
                  </a:lnTo>
                  <a:lnTo>
                    <a:pt x="930828" y="904935"/>
                  </a:lnTo>
                  <a:lnTo>
                    <a:pt x="923988" y="91372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2969656" y="2808782"/>
              <a:ext cx="936739" cy="915987"/>
            </a:xfrm>
            <a:custGeom>
              <a:avLst/>
              <a:pathLst>
                <a:path w="936739" h="915987">
                  <a:moveTo>
                    <a:pt x="914400" y="914400"/>
                  </a:moveTo>
                  <a:lnTo>
                    <a:pt x="926221" y="890829"/>
                  </a:lnTo>
                  <a:lnTo>
                    <a:pt x="930727" y="875525"/>
                  </a:lnTo>
                  <a:lnTo>
                    <a:pt x="933859" y="853791"/>
                  </a:lnTo>
                  <a:lnTo>
                    <a:pt x="936648" y="846963"/>
                  </a:lnTo>
                  <a:lnTo>
                    <a:pt x="936739" y="856846"/>
                  </a:lnTo>
                  <a:lnTo>
                    <a:pt x="935516" y="873289"/>
                  </a:lnTo>
                  <a:lnTo>
                    <a:pt x="928050" y="901351"/>
                  </a:lnTo>
                  <a:lnTo>
                    <a:pt x="920401" y="91598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3158423" y="2988919"/>
              <a:ext cx="1333560" cy="1019213"/>
            </a:xfrm>
            <a:custGeom>
              <a:avLst/>
              <a:pathLst>
                <a:path w="1333560" h="1019213">
                  <a:moveTo>
                    <a:pt x="914400" y="914399"/>
                  </a:moveTo>
                  <a:lnTo>
                    <a:pt x="909802" y="896530"/>
                  </a:lnTo>
                  <a:lnTo>
                    <a:pt x="910277" y="882234"/>
                  </a:lnTo>
                  <a:lnTo>
                    <a:pt x="912884" y="867988"/>
                  </a:lnTo>
                  <a:lnTo>
                    <a:pt x="925463" y="825898"/>
                  </a:lnTo>
                  <a:lnTo>
                    <a:pt x="924786" y="819190"/>
                  </a:lnTo>
                  <a:lnTo>
                    <a:pt x="915662" y="807420"/>
                  </a:lnTo>
                  <a:lnTo>
                    <a:pt x="904377" y="798864"/>
                  </a:lnTo>
                  <a:lnTo>
                    <a:pt x="898153" y="780784"/>
                  </a:lnTo>
                  <a:lnTo>
                    <a:pt x="875298" y="779736"/>
                  </a:lnTo>
                  <a:lnTo>
                    <a:pt x="853727" y="780734"/>
                  </a:lnTo>
                  <a:lnTo>
                    <a:pt x="846947" y="779856"/>
                  </a:lnTo>
                  <a:lnTo>
                    <a:pt x="826417" y="772279"/>
                  </a:lnTo>
                  <a:lnTo>
                    <a:pt x="806634" y="760089"/>
                  </a:lnTo>
                  <a:lnTo>
                    <a:pt x="793388" y="752941"/>
                  </a:lnTo>
                  <a:lnTo>
                    <a:pt x="782254" y="744945"/>
                  </a:lnTo>
                  <a:lnTo>
                    <a:pt x="776272" y="736539"/>
                  </a:lnTo>
                  <a:lnTo>
                    <a:pt x="766785" y="738805"/>
                  </a:lnTo>
                  <a:lnTo>
                    <a:pt x="760389" y="738875"/>
                  </a:lnTo>
                  <a:lnTo>
                    <a:pt x="760450" y="737427"/>
                  </a:lnTo>
                  <a:lnTo>
                    <a:pt x="756802" y="722582"/>
                  </a:lnTo>
                  <a:lnTo>
                    <a:pt x="760611" y="699841"/>
                  </a:lnTo>
                  <a:lnTo>
                    <a:pt x="753701" y="666577"/>
                  </a:lnTo>
                  <a:lnTo>
                    <a:pt x="742405" y="626564"/>
                  </a:lnTo>
                  <a:lnTo>
                    <a:pt x="741566" y="583726"/>
                  </a:lnTo>
                  <a:lnTo>
                    <a:pt x="740768" y="574092"/>
                  </a:lnTo>
                  <a:lnTo>
                    <a:pt x="768553" y="549953"/>
                  </a:lnTo>
                  <a:lnTo>
                    <a:pt x="803613" y="524106"/>
                  </a:lnTo>
                  <a:lnTo>
                    <a:pt x="811585" y="521770"/>
                  </a:lnTo>
                  <a:lnTo>
                    <a:pt x="843896" y="506476"/>
                  </a:lnTo>
                  <a:lnTo>
                    <a:pt x="848210" y="505258"/>
                  </a:lnTo>
                  <a:lnTo>
                    <a:pt x="877319" y="508093"/>
                  </a:lnTo>
                  <a:lnTo>
                    <a:pt x="900184" y="511727"/>
                  </a:lnTo>
                  <a:lnTo>
                    <a:pt x="919461" y="511278"/>
                  </a:lnTo>
                  <a:lnTo>
                    <a:pt x="930050" y="507364"/>
                  </a:lnTo>
                  <a:lnTo>
                    <a:pt x="939638" y="510639"/>
                  </a:lnTo>
                  <a:lnTo>
                    <a:pt x="947368" y="522160"/>
                  </a:lnTo>
                  <a:lnTo>
                    <a:pt x="955319" y="520812"/>
                  </a:lnTo>
                  <a:lnTo>
                    <a:pt x="963190" y="513354"/>
                  </a:lnTo>
                  <a:lnTo>
                    <a:pt x="1006313" y="520163"/>
                  </a:lnTo>
                  <a:lnTo>
                    <a:pt x="1016042" y="520003"/>
                  </a:lnTo>
                  <a:lnTo>
                    <a:pt x="1027005" y="521101"/>
                  </a:lnTo>
                  <a:lnTo>
                    <a:pt x="1047232" y="528050"/>
                  </a:lnTo>
                  <a:lnTo>
                    <a:pt x="1058872" y="534389"/>
                  </a:lnTo>
                  <a:lnTo>
                    <a:pt x="1084444" y="530555"/>
                  </a:lnTo>
                  <a:lnTo>
                    <a:pt x="1095387" y="530336"/>
                  </a:lnTo>
                  <a:lnTo>
                    <a:pt x="1101115" y="527840"/>
                  </a:lnTo>
                  <a:lnTo>
                    <a:pt x="1118756" y="510459"/>
                  </a:lnTo>
                  <a:lnTo>
                    <a:pt x="1126385" y="507474"/>
                  </a:lnTo>
                  <a:lnTo>
                    <a:pt x="1133397" y="504350"/>
                  </a:lnTo>
                  <a:lnTo>
                    <a:pt x="1139812" y="507005"/>
                  </a:lnTo>
                  <a:lnTo>
                    <a:pt x="1144036" y="521850"/>
                  </a:lnTo>
                  <a:lnTo>
                    <a:pt x="1157080" y="547447"/>
                  </a:lnTo>
                  <a:lnTo>
                    <a:pt x="1171255" y="551939"/>
                  </a:lnTo>
                  <a:lnTo>
                    <a:pt x="1210447" y="561803"/>
                  </a:lnTo>
                  <a:lnTo>
                    <a:pt x="1218459" y="566984"/>
                  </a:lnTo>
                  <a:lnTo>
                    <a:pt x="1240516" y="589576"/>
                  </a:lnTo>
                  <a:lnTo>
                    <a:pt x="1253741" y="600657"/>
                  </a:lnTo>
                  <a:lnTo>
                    <a:pt x="1262158" y="609503"/>
                  </a:lnTo>
                  <a:lnTo>
                    <a:pt x="1274989" y="626833"/>
                  </a:lnTo>
                  <a:lnTo>
                    <a:pt x="1282406" y="639442"/>
                  </a:lnTo>
                  <a:lnTo>
                    <a:pt x="1294803" y="648976"/>
                  </a:lnTo>
                  <a:lnTo>
                    <a:pt x="1309473" y="655395"/>
                  </a:lnTo>
                  <a:lnTo>
                    <a:pt x="1314717" y="656394"/>
                  </a:lnTo>
                  <a:lnTo>
                    <a:pt x="1314434" y="665568"/>
                  </a:lnTo>
                  <a:lnTo>
                    <a:pt x="1311929" y="681142"/>
                  </a:lnTo>
                  <a:lnTo>
                    <a:pt x="1307028" y="701248"/>
                  </a:lnTo>
                  <a:lnTo>
                    <a:pt x="1301885" y="716832"/>
                  </a:lnTo>
                  <a:lnTo>
                    <a:pt x="1300653" y="722852"/>
                  </a:lnTo>
                  <a:lnTo>
                    <a:pt x="1304553" y="727853"/>
                  </a:lnTo>
                  <a:lnTo>
                    <a:pt x="1323790" y="730219"/>
                  </a:lnTo>
                  <a:lnTo>
                    <a:pt x="1331954" y="732895"/>
                  </a:lnTo>
                  <a:lnTo>
                    <a:pt x="1333560" y="737038"/>
                  </a:lnTo>
                  <a:lnTo>
                    <a:pt x="1329287" y="742419"/>
                  </a:lnTo>
                  <a:lnTo>
                    <a:pt x="1323144" y="746891"/>
                  </a:lnTo>
                  <a:lnTo>
                    <a:pt x="1320395" y="751124"/>
                  </a:lnTo>
                  <a:lnTo>
                    <a:pt x="1315505" y="766259"/>
                  </a:lnTo>
                  <a:lnTo>
                    <a:pt x="1283497" y="764332"/>
                  </a:lnTo>
                  <a:lnTo>
                    <a:pt x="1279253" y="767417"/>
                  </a:lnTo>
                  <a:lnTo>
                    <a:pt x="1277232" y="774445"/>
                  </a:lnTo>
                  <a:lnTo>
                    <a:pt x="1275636" y="782571"/>
                  </a:lnTo>
                  <a:lnTo>
                    <a:pt x="1271433" y="792205"/>
                  </a:lnTo>
                  <a:lnTo>
                    <a:pt x="1262926" y="800581"/>
                  </a:lnTo>
                  <a:lnTo>
                    <a:pt x="1249629" y="803676"/>
                  </a:lnTo>
                  <a:lnTo>
                    <a:pt x="1238748" y="809376"/>
                  </a:lnTo>
                  <a:lnTo>
                    <a:pt x="1230634" y="826967"/>
                  </a:lnTo>
                  <a:lnTo>
                    <a:pt x="1224592" y="850557"/>
                  </a:lnTo>
                  <a:lnTo>
                    <a:pt x="1224744" y="867289"/>
                  </a:lnTo>
                  <a:lnTo>
                    <a:pt x="1225542" y="876623"/>
                  </a:lnTo>
                  <a:lnTo>
                    <a:pt x="1224835" y="881964"/>
                  </a:lnTo>
                  <a:lnTo>
                    <a:pt x="1220733" y="887784"/>
                  </a:lnTo>
                  <a:lnTo>
                    <a:pt x="1214024" y="903198"/>
                  </a:lnTo>
                  <a:lnTo>
                    <a:pt x="1208568" y="920240"/>
                  </a:lnTo>
                  <a:lnTo>
                    <a:pt x="1206476" y="929484"/>
                  </a:lnTo>
                  <a:lnTo>
                    <a:pt x="1207527" y="933807"/>
                  </a:lnTo>
                  <a:lnTo>
                    <a:pt x="1213670" y="933927"/>
                  </a:lnTo>
                  <a:lnTo>
                    <a:pt x="1222531" y="937431"/>
                  </a:lnTo>
                  <a:lnTo>
                    <a:pt x="1227250" y="944239"/>
                  </a:lnTo>
                  <a:lnTo>
                    <a:pt x="1228998" y="952106"/>
                  </a:lnTo>
                  <a:lnTo>
                    <a:pt x="1229018" y="960572"/>
                  </a:lnTo>
                  <a:lnTo>
                    <a:pt x="1227361" y="965234"/>
                  </a:lnTo>
                  <a:lnTo>
                    <a:pt x="1220258" y="968608"/>
                  </a:lnTo>
                  <a:lnTo>
                    <a:pt x="1209134" y="968728"/>
                  </a:lnTo>
                  <a:lnTo>
                    <a:pt x="1202647" y="964695"/>
                  </a:lnTo>
                  <a:lnTo>
                    <a:pt x="1201303" y="961500"/>
                  </a:lnTo>
                  <a:lnTo>
                    <a:pt x="1204405" y="953344"/>
                  </a:lnTo>
                  <a:lnTo>
                    <a:pt x="1202162" y="943161"/>
                  </a:lnTo>
                  <a:lnTo>
                    <a:pt x="1197555" y="937471"/>
                  </a:lnTo>
                  <a:lnTo>
                    <a:pt x="1188189" y="945966"/>
                  </a:lnTo>
                  <a:lnTo>
                    <a:pt x="1179197" y="945956"/>
                  </a:lnTo>
                  <a:lnTo>
                    <a:pt x="1168416" y="953524"/>
                  </a:lnTo>
                  <a:lnTo>
                    <a:pt x="1161374" y="965653"/>
                  </a:lnTo>
                  <a:lnTo>
                    <a:pt x="1154614" y="970126"/>
                  </a:lnTo>
                  <a:lnTo>
                    <a:pt x="1136347" y="967650"/>
                  </a:lnTo>
                  <a:lnTo>
                    <a:pt x="1131810" y="973001"/>
                  </a:lnTo>
                  <a:lnTo>
                    <a:pt x="1128042" y="997689"/>
                  </a:lnTo>
                  <a:lnTo>
                    <a:pt x="1125859" y="1002511"/>
                  </a:lnTo>
                  <a:lnTo>
                    <a:pt x="1110603" y="1001453"/>
                  </a:lnTo>
                  <a:lnTo>
                    <a:pt x="1095892" y="1011266"/>
                  </a:lnTo>
                  <a:lnTo>
                    <a:pt x="1079281" y="1019213"/>
                  </a:lnTo>
                  <a:lnTo>
                    <a:pt x="1070865" y="1013692"/>
                  </a:lnTo>
                  <a:lnTo>
                    <a:pt x="1066177" y="1007463"/>
                  </a:lnTo>
                  <a:lnTo>
                    <a:pt x="1057134" y="1008571"/>
                  </a:lnTo>
                  <a:lnTo>
                    <a:pt x="1047263" y="1011306"/>
                  </a:lnTo>
                  <a:lnTo>
                    <a:pt x="1040635" y="1009809"/>
                  </a:lnTo>
                  <a:lnTo>
                    <a:pt x="1033198" y="1010478"/>
                  </a:lnTo>
                  <a:lnTo>
                    <a:pt x="1018831" y="1015270"/>
                  </a:lnTo>
                  <a:lnTo>
                    <a:pt x="1000766" y="1013722"/>
                  </a:lnTo>
                  <a:lnTo>
                    <a:pt x="993067" y="1009639"/>
                  </a:lnTo>
                  <a:lnTo>
                    <a:pt x="992339" y="1005726"/>
                  </a:lnTo>
                  <a:lnTo>
                    <a:pt x="992895" y="996112"/>
                  </a:lnTo>
                  <a:lnTo>
                    <a:pt x="992723" y="981177"/>
                  </a:lnTo>
                  <a:lnTo>
                    <a:pt x="989854" y="967999"/>
                  </a:lnTo>
                  <a:lnTo>
                    <a:pt x="981215" y="956339"/>
                  </a:lnTo>
                  <a:lnTo>
                    <a:pt x="972132" y="948193"/>
                  </a:lnTo>
                  <a:lnTo>
                    <a:pt x="960543" y="939787"/>
                  </a:lnTo>
                  <a:lnTo>
                    <a:pt x="951975" y="936103"/>
                  </a:lnTo>
                  <a:lnTo>
                    <a:pt x="947287" y="935135"/>
                  </a:lnTo>
                  <a:lnTo>
                    <a:pt x="946226" y="930293"/>
                  </a:lnTo>
                  <a:lnTo>
                    <a:pt x="944529" y="926110"/>
                  </a:lnTo>
                  <a:lnTo>
                    <a:pt x="940517" y="922426"/>
                  </a:lnTo>
                  <a:lnTo>
                    <a:pt x="931950" y="917484"/>
                  </a:lnTo>
                  <a:lnTo>
                    <a:pt x="924685" y="916406"/>
                  </a:lnTo>
                  <a:lnTo>
                    <a:pt x="918734" y="924383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3553497" y="2729914"/>
              <a:ext cx="1086061" cy="915398"/>
            </a:xfrm>
            <a:custGeom>
              <a:avLst/>
              <a:pathLst>
                <a:path w="1086061" h="915398">
                  <a:moveTo>
                    <a:pt x="914400" y="914400"/>
                  </a:moveTo>
                  <a:lnTo>
                    <a:pt x="899729" y="907980"/>
                  </a:lnTo>
                  <a:lnTo>
                    <a:pt x="887332" y="898446"/>
                  </a:lnTo>
                  <a:lnTo>
                    <a:pt x="879916" y="885838"/>
                  </a:lnTo>
                  <a:lnTo>
                    <a:pt x="867084" y="868507"/>
                  </a:lnTo>
                  <a:lnTo>
                    <a:pt x="858668" y="859662"/>
                  </a:lnTo>
                  <a:lnTo>
                    <a:pt x="845442" y="848580"/>
                  </a:lnTo>
                  <a:lnTo>
                    <a:pt x="823386" y="825988"/>
                  </a:lnTo>
                  <a:lnTo>
                    <a:pt x="815373" y="820807"/>
                  </a:lnTo>
                  <a:lnTo>
                    <a:pt x="776181" y="810944"/>
                  </a:lnTo>
                  <a:lnTo>
                    <a:pt x="762006" y="806451"/>
                  </a:lnTo>
                  <a:lnTo>
                    <a:pt x="748962" y="780854"/>
                  </a:lnTo>
                  <a:lnTo>
                    <a:pt x="744739" y="766009"/>
                  </a:lnTo>
                  <a:lnTo>
                    <a:pt x="738323" y="763354"/>
                  </a:lnTo>
                  <a:lnTo>
                    <a:pt x="731311" y="766478"/>
                  </a:lnTo>
                  <a:lnTo>
                    <a:pt x="723683" y="769463"/>
                  </a:lnTo>
                  <a:lnTo>
                    <a:pt x="706042" y="786844"/>
                  </a:lnTo>
                  <a:lnTo>
                    <a:pt x="700313" y="789340"/>
                  </a:lnTo>
                  <a:lnTo>
                    <a:pt x="689370" y="789560"/>
                  </a:lnTo>
                  <a:lnTo>
                    <a:pt x="663798" y="793393"/>
                  </a:lnTo>
                  <a:lnTo>
                    <a:pt x="652159" y="787054"/>
                  </a:lnTo>
                  <a:lnTo>
                    <a:pt x="631931" y="780105"/>
                  </a:lnTo>
                  <a:lnTo>
                    <a:pt x="620969" y="779007"/>
                  </a:lnTo>
                  <a:lnTo>
                    <a:pt x="611239" y="779167"/>
                  </a:lnTo>
                  <a:lnTo>
                    <a:pt x="568116" y="772359"/>
                  </a:lnTo>
                  <a:lnTo>
                    <a:pt x="560246" y="779816"/>
                  </a:lnTo>
                  <a:lnTo>
                    <a:pt x="552294" y="781164"/>
                  </a:lnTo>
                  <a:lnTo>
                    <a:pt x="544565" y="769643"/>
                  </a:lnTo>
                  <a:lnTo>
                    <a:pt x="534976" y="766369"/>
                  </a:lnTo>
                  <a:lnTo>
                    <a:pt x="524388" y="770282"/>
                  </a:lnTo>
                  <a:lnTo>
                    <a:pt x="505110" y="770731"/>
                  </a:lnTo>
                  <a:lnTo>
                    <a:pt x="482245" y="767097"/>
                  </a:lnTo>
                  <a:lnTo>
                    <a:pt x="453137" y="764262"/>
                  </a:lnTo>
                  <a:lnTo>
                    <a:pt x="448822" y="765480"/>
                  </a:lnTo>
                  <a:lnTo>
                    <a:pt x="416511" y="780774"/>
                  </a:lnTo>
                  <a:lnTo>
                    <a:pt x="408539" y="783110"/>
                  </a:lnTo>
                  <a:lnTo>
                    <a:pt x="373479" y="808957"/>
                  </a:lnTo>
                  <a:lnTo>
                    <a:pt x="345694" y="833096"/>
                  </a:lnTo>
                  <a:lnTo>
                    <a:pt x="342471" y="794481"/>
                  </a:lnTo>
                  <a:lnTo>
                    <a:pt x="344179" y="717271"/>
                  </a:lnTo>
                  <a:lnTo>
                    <a:pt x="348301" y="679006"/>
                  </a:lnTo>
                  <a:lnTo>
                    <a:pt x="367558" y="656713"/>
                  </a:lnTo>
                  <a:lnTo>
                    <a:pt x="377218" y="639352"/>
                  </a:lnTo>
                  <a:lnTo>
                    <a:pt x="382835" y="616181"/>
                  </a:lnTo>
                  <a:lnTo>
                    <a:pt x="384533" y="594747"/>
                  </a:lnTo>
                  <a:lnTo>
                    <a:pt x="388433" y="577037"/>
                  </a:lnTo>
                  <a:lnTo>
                    <a:pt x="416319" y="526223"/>
                  </a:lnTo>
                  <a:lnTo>
                    <a:pt x="438426" y="520732"/>
                  </a:lnTo>
                  <a:lnTo>
                    <a:pt x="468332" y="506636"/>
                  </a:lnTo>
                  <a:lnTo>
                    <a:pt x="501765" y="494885"/>
                  </a:lnTo>
                  <a:lnTo>
                    <a:pt x="508222" y="509830"/>
                  </a:lnTo>
                  <a:lnTo>
                    <a:pt x="511495" y="521241"/>
                  </a:lnTo>
                  <a:lnTo>
                    <a:pt x="551758" y="562801"/>
                  </a:lnTo>
                  <a:lnTo>
                    <a:pt x="562004" y="576758"/>
                  </a:lnTo>
                  <a:lnTo>
                    <a:pt x="577573" y="624617"/>
                  </a:lnTo>
                  <a:lnTo>
                    <a:pt x="614866" y="648886"/>
                  </a:lnTo>
                  <a:lnTo>
                    <a:pt x="644187" y="641229"/>
                  </a:lnTo>
                  <a:lnTo>
                    <a:pt x="656928" y="629449"/>
                  </a:lnTo>
                  <a:lnTo>
                    <a:pt x="680409" y="607736"/>
                  </a:lnTo>
                  <a:lnTo>
                    <a:pt x="690896" y="591842"/>
                  </a:lnTo>
                  <a:lnTo>
                    <a:pt x="693028" y="576518"/>
                  </a:lnTo>
                  <a:lnTo>
                    <a:pt x="688865" y="511028"/>
                  </a:lnTo>
                  <a:lnTo>
                    <a:pt x="682510" y="482646"/>
                  </a:lnTo>
                  <a:lnTo>
                    <a:pt x="684682" y="464966"/>
                  </a:lnTo>
                  <a:lnTo>
                    <a:pt x="688815" y="465874"/>
                  </a:lnTo>
                  <a:lnTo>
                    <a:pt x="698787" y="457349"/>
                  </a:lnTo>
                  <a:lnTo>
                    <a:pt x="731574" y="441525"/>
                  </a:lnTo>
                  <a:lnTo>
                    <a:pt x="738121" y="440816"/>
                  </a:lnTo>
                  <a:lnTo>
                    <a:pt x="745597" y="437572"/>
                  </a:lnTo>
                  <a:lnTo>
                    <a:pt x="766259" y="425542"/>
                  </a:lnTo>
                  <a:lnTo>
                    <a:pt x="772898" y="431941"/>
                  </a:lnTo>
                  <a:lnTo>
                    <a:pt x="778434" y="439209"/>
                  </a:lnTo>
                  <a:lnTo>
                    <a:pt x="781496" y="439299"/>
                  </a:lnTo>
                  <a:lnTo>
                    <a:pt x="782981" y="436594"/>
                  </a:lnTo>
                  <a:lnTo>
                    <a:pt x="782567" y="431921"/>
                  </a:lnTo>
                  <a:lnTo>
                    <a:pt x="784012" y="428597"/>
                  </a:lnTo>
                  <a:lnTo>
                    <a:pt x="789953" y="430444"/>
                  </a:lnTo>
                  <a:lnTo>
                    <a:pt x="813878" y="450211"/>
                  </a:lnTo>
                  <a:lnTo>
                    <a:pt x="823072" y="454833"/>
                  </a:lnTo>
                  <a:lnTo>
                    <a:pt x="829357" y="456131"/>
                  </a:lnTo>
                  <a:lnTo>
                    <a:pt x="836894" y="465385"/>
                  </a:lnTo>
                  <a:lnTo>
                    <a:pt x="857314" y="471595"/>
                  </a:lnTo>
                  <a:lnTo>
                    <a:pt x="859809" y="476387"/>
                  </a:lnTo>
                  <a:lnTo>
                    <a:pt x="861375" y="482357"/>
                  </a:lnTo>
                  <a:lnTo>
                    <a:pt x="880481" y="507464"/>
                  </a:lnTo>
                  <a:lnTo>
                    <a:pt x="889070" y="520073"/>
                  </a:lnTo>
                  <a:lnTo>
                    <a:pt x="906044" y="531644"/>
                  </a:lnTo>
                  <a:lnTo>
                    <a:pt x="913339" y="534399"/>
                  </a:lnTo>
                  <a:lnTo>
                    <a:pt x="943043" y="522599"/>
                  </a:lnTo>
                  <a:lnTo>
                    <a:pt x="951328" y="518496"/>
                  </a:lnTo>
                  <a:lnTo>
                    <a:pt x="958179" y="518426"/>
                  </a:lnTo>
                  <a:lnTo>
                    <a:pt x="965150" y="524635"/>
                  </a:lnTo>
                  <a:lnTo>
                    <a:pt x="981053" y="532901"/>
                  </a:lnTo>
                  <a:lnTo>
                    <a:pt x="995481" y="535527"/>
                  </a:lnTo>
                  <a:lnTo>
                    <a:pt x="998108" y="534988"/>
                  </a:lnTo>
                  <a:lnTo>
                    <a:pt x="1010293" y="535827"/>
                  </a:lnTo>
                  <a:lnTo>
                    <a:pt x="1014577" y="539071"/>
                  </a:lnTo>
                  <a:lnTo>
                    <a:pt x="1017427" y="555094"/>
                  </a:lnTo>
                  <a:lnTo>
                    <a:pt x="1031299" y="567703"/>
                  </a:lnTo>
                  <a:lnTo>
                    <a:pt x="1044141" y="578165"/>
                  </a:lnTo>
                  <a:lnTo>
                    <a:pt x="1047424" y="582997"/>
                  </a:lnTo>
                  <a:lnTo>
                    <a:pt x="1048425" y="592321"/>
                  </a:lnTo>
                  <a:lnTo>
                    <a:pt x="1047596" y="603203"/>
                  </a:lnTo>
                  <a:lnTo>
                    <a:pt x="1045970" y="608844"/>
                  </a:lnTo>
                  <a:lnTo>
                    <a:pt x="1040615" y="615343"/>
                  </a:lnTo>
                  <a:lnTo>
                    <a:pt x="1035916" y="631795"/>
                  </a:lnTo>
                  <a:lnTo>
                    <a:pt x="1035270" y="647449"/>
                  </a:lnTo>
                  <a:lnTo>
                    <a:pt x="1027854" y="674523"/>
                  </a:lnTo>
                  <a:lnTo>
                    <a:pt x="1029531" y="675022"/>
                  </a:lnTo>
                  <a:lnTo>
                    <a:pt x="1045091" y="670141"/>
                  </a:lnTo>
                  <a:lnTo>
                    <a:pt x="1049496" y="672936"/>
                  </a:lnTo>
                  <a:lnTo>
                    <a:pt x="1052901" y="678916"/>
                  </a:lnTo>
                  <a:lnTo>
                    <a:pt x="1053992" y="695907"/>
                  </a:lnTo>
                  <a:lnTo>
                    <a:pt x="1059094" y="703544"/>
                  </a:lnTo>
                  <a:lnTo>
                    <a:pt x="1064287" y="715484"/>
                  </a:lnTo>
                  <a:lnTo>
                    <a:pt x="1065934" y="724779"/>
                  </a:lnTo>
                  <a:lnTo>
                    <a:pt x="1075826" y="735850"/>
                  </a:lnTo>
                  <a:lnTo>
                    <a:pt x="1076624" y="743008"/>
                  </a:lnTo>
                  <a:lnTo>
                    <a:pt x="1082666" y="768325"/>
                  </a:lnTo>
                  <a:lnTo>
                    <a:pt x="1084990" y="782901"/>
                  </a:lnTo>
                  <a:lnTo>
                    <a:pt x="1086061" y="794182"/>
                  </a:lnTo>
                  <a:lnTo>
                    <a:pt x="1083090" y="808508"/>
                  </a:lnTo>
                  <a:lnTo>
                    <a:pt x="1080463" y="818201"/>
                  </a:lnTo>
                  <a:lnTo>
                    <a:pt x="1077352" y="817612"/>
                  </a:lnTo>
                  <a:lnTo>
                    <a:pt x="1068470" y="820168"/>
                  </a:lnTo>
                  <a:lnTo>
                    <a:pt x="1054426" y="831848"/>
                  </a:lnTo>
                  <a:lnTo>
                    <a:pt x="1033522" y="859372"/>
                  </a:lnTo>
                  <a:lnTo>
                    <a:pt x="1028147" y="865472"/>
                  </a:lnTo>
                  <a:lnTo>
                    <a:pt x="1022681" y="886437"/>
                  </a:lnTo>
                  <a:lnTo>
                    <a:pt x="1021367" y="888563"/>
                  </a:lnTo>
                  <a:lnTo>
                    <a:pt x="1009202" y="887595"/>
                  </a:lnTo>
                  <a:lnTo>
                    <a:pt x="1005888" y="887095"/>
                  </a:lnTo>
                  <a:lnTo>
                    <a:pt x="993683" y="887515"/>
                  </a:lnTo>
                  <a:lnTo>
                    <a:pt x="967131" y="882064"/>
                  </a:lnTo>
                  <a:lnTo>
                    <a:pt x="956835" y="885668"/>
                  </a:lnTo>
                  <a:lnTo>
                    <a:pt x="943326" y="906872"/>
                  </a:lnTo>
                  <a:lnTo>
                    <a:pt x="938093" y="909987"/>
                  </a:lnTo>
                  <a:lnTo>
                    <a:pt x="922402" y="912922"/>
                  </a:lnTo>
                  <a:lnTo>
                    <a:pt x="919643" y="91539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1551111" y="3238029"/>
              <a:ext cx="1661970" cy="932229"/>
            </a:xfrm>
            <a:custGeom>
              <a:avLst/>
              <a:pathLst>
                <a:path w="1661970" h="932229">
                  <a:moveTo>
                    <a:pt x="914400" y="914399"/>
                  </a:moveTo>
                  <a:lnTo>
                    <a:pt x="915258" y="894962"/>
                  </a:lnTo>
                  <a:lnTo>
                    <a:pt x="910580" y="885828"/>
                  </a:lnTo>
                  <a:lnTo>
                    <a:pt x="900365" y="875834"/>
                  </a:lnTo>
                  <a:lnTo>
                    <a:pt x="902538" y="855019"/>
                  </a:lnTo>
                  <a:lnTo>
                    <a:pt x="905933" y="838797"/>
                  </a:lnTo>
                  <a:lnTo>
                    <a:pt x="916208" y="818850"/>
                  </a:lnTo>
                  <a:lnTo>
                    <a:pt x="924362" y="813370"/>
                  </a:lnTo>
                  <a:lnTo>
                    <a:pt x="959947" y="810115"/>
                  </a:lnTo>
                  <a:lnTo>
                    <a:pt x="999270" y="811453"/>
                  </a:lnTo>
                  <a:lnTo>
                    <a:pt x="1015598" y="841572"/>
                  </a:lnTo>
                  <a:lnTo>
                    <a:pt x="1009536" y="857056"/>
                  </a:lnTo>
                  <a:lnTo>
                    <a:pt x="1019084" y="864264"/>
                  </a:lnTo>
                  <a:lnTo>
                    <a:pt x="1023681" y="861628"/>
                  </a:lnTo>
                  <a:lnTo>
                    <a:pt x="1027177" y="848161"/>
                  </a:lnTo>
                  <a:lnTo>
                    <a:pt x="1029511" y="833246"/>
                  </a:lnTo>
                  <a:lnTo>
                    <a:pt x="1032855" y="828734"/>
                  </a:lnTo>
                  <a:lnTo>
                    <a:pt x="1045010" y="839875"/>
                  </a:lnTo>
                  <a:lnTo>
                    <a:pt x="1049284" y="847512"/>
                  </a:lnTo>
                  <a:lnTo>
                    <a:pt x="1049546" y="872071"/>
                  </a:lnTo>
                  <a:lnTo>
                    <a:pt x="1054022" y="838817"/>
                  </a:lnTo>
                  <a:lnTo>
                    <a:pt x="1050688" y="815536"/>
                  </a:lnTo>
                  <a:lnTo>
                    <a:pt x="1052981" y="792974"/>
                  </a:lnTo>
                  <a:lnTo>
                    <a:pt x="1057862" y="781244"/>
                  </a:lnTo>
                  <a:lnTo>
                    <a:pt x="1062348" y="773776"/>
                  </a:lnTo>
                  <a:lnTo>
                    <a:pt x="1091194" y="781813"/>
                  </a:lnTo>
                  <a:lnTo>
                    <a:pt x="1123040" y="777670"/>
                  </a:lnTo>
                  <a:lnTo>
                    <a:pt x="1135084" y="786355"/>
                  </a:lnTo>
                  <a:lnTo>
                    <a:pt x="1162334" y="829902"/>
                  </a:lnTo>
                  <a:lnTo>
                    <a:pt x="1171417" y="837030"/>
                  </a:lnTo>
                  <a:lnTo>
                    <a:pt x="1182884" y="839276"/>
                  </a:lnTo>
                  <a:lnTo>
                    <a:pt x="1167082" y="829962"/>
                  </a:lnTo>
                  <a:lnTo>
                    <a:pt x="1134053" y="777021"/>
                  </a:lnTo>
                  <a:lnTo>
                    <a:pt x="1124162" y="770462"/>
                  </a:lnTo>
                  <a:lnTo>
                    <a:pt x="1108976" y="768475"/>
                  </a:lnTo>
                  <a:lnTo>
                    <a:pt x="1099509" y="763304"/>
                  </a:lnTo>
                  <a:lnTo>
                    <a:pt x="1093538" y="755307"/>
                  </a:lnTo>
                  <a:lnTo>
                    <a:pt x="1091790" y="748159"/>
                  </a:lnTo>
                  <a:lnTo>
                    <a:pt x="1092113" y="694899"/>
                  </a:lnTo>
                  <a:lnTo>
                    <a:pt x="1086415" y="686972"/>
                  </a:lnTo>
                  <a:lnTo>
                    <a:pt x="1079049" y="684217"/>
                  </a:lnTo>
                  <a:lnTo>
                    <a:pt x="1074462" y="687861"/>
                  </a:lnTo>
                  <a:lnTo>
                    <a:pt x="1065035" y="687911"/>
                  </a:lnTo>
                  <a:lnTo>
                    <a:pt x="1063055" y="675851"/>
                  </a:lnTo>
                  <a:lnTo>
                    <a:pt x="1065358" y="666916"/>
                  </a:lnTo>
                  <a:lnTo>
                    <a:pt x="1084303" y="660806"/>
                  </a:lnTo>
                  <a:lnTo>
                    <a:pt x="1096791" y="652620"/>
                  </a:lnTo>
                  <a:lnTo>
                    <a:pt x="1097347" y="638154"/>
                  </a:lnTo>
                  <a:lnTo>
                    <a:pt x="1089456" y="626783"/>
                  </a:lnTo>
                  <a:lnTo>
                    <a:pt x="1080009" y="605929"/>
                  </a:lnTo>
                  <a:lnTo>
                    <a:pt x="1068905" y="586322"/>
                  </a:lnTo>
                  <a:lnTo>
                    <a:pt x="1067703" y="563530"/>
                  </a:lnTo>
                  <a:lnTo>
                    <a:pt x="1087001" y="563979"/>
                  </a:lnTo>
                  <a:lnTo>
                    <a:pt x="1091729" y="564838"/>
                  </a:lnTo>
                  <a:lnTo>
                    <a:pt x="1120999" y="575520"/>
                  </a:lnTo>
                  <a:lnTo>
                    <a:pt x="1128153" y="583017"/>
                  </a:lnTo>
                  <a:lnTo>
                    <a:pt x="1137155" y="583367"/>
                  </a:lnTo>
                  <a:lnTo>
                    <a:pt x="1153372" y="576388"/>
                  </a:lnTo>
                  <a:lnTo>
                    <a:pt x="1165486" y="573323"/>
                  </a:lnTo>
                  <a:lnTo>
                    <a:pt x="1170184" y="577626"/>
                  </a:lnTo>
                  <a:lnTo>
                    <a:pt x="1176782" y="579433"/>
                  </a:lnTo>
                  <a:lnTo>
                    <a:pt x="1178307" y="579433"/>
                  </a:lnTo>
                  <a:lnTo>
                    <a:pt x="1178944" y="583187"/>
                  </a:lnTo>
                  <a:lnTo>
                    <a:pt x="1194089" y="588618"/>
                  </a:lnTo>
                  <a:lnTo>
                    <a:pt x="1200455" y="597273"/>
                  </a:lnTo>
                  <a:lnTo>
                    <a:pt x="1207527" y="610431"/>
                  </a:lnTo>
                  <a:lnTo>
                    <a:pt x="1208214" y="629369"/>
                  </a:lnTo>
                  <a:lnTo>
                    <a:pt x="1199161" y="642996"/>
                  </a:lnTo>
                  <a:lnTo>
                    <a:pt x="1191644" y="651622"/>
                  </a:lnTo>
                  <a:lnTo>
                    <a:pt x="1220076" y="648357"/>
                  </a:lnTo>
                  <a:lnTo>
                    <a:pt x="1222905" y="656174"/>
                  </a:lnTo>
                  <a:lnTo>
                    <a:pt x="1227209" y="664610"/>
                  </a:lnTo>
                  <a:lnTo>
                    <a:pt x="1242526" y="658600"/>
                  </a:lnTo>
                  <a:lnTo>
                    <a:pt x="1280920" y="683558"/>
                  </a:lnTo>
                  <a:lnTo>
                    <a:pt x="1304139" y="671408"/>
                  </a:lnTo>
                  <a:lnTo>
                    <a:pt x="1310080" y="670700"/>
                  </a:lnTo>
                  <a:lnTo>
                    <a:pt x="1315354" y="690866"/>
                  </a:lnTo>
                  <a:lnTo>
                    <a:pt x="1309584" y="711181"/>
                  </a:lnTo>
                  <a:lnTo>
                    <a:pt x="1289114" y="732855"/>
                  </a:lnTo>
                  <a:lnTo>
                    <a:pt x="1293651" y="746213"/>
                  </a:lnTo>
                  <a:lnTo>
                    <a:pt x="1300188" y="749178"/>
                  </a:lnTo>
                  <a:lnTo>
                    <a:pt x="1319486" y="746342"/>
                  </a:lnTo>
                  <a:lnTo>
                    <a:pt x="1350040" y="759540"/>
                  </a:lnTo>
                  <a:lnTo>
                    <a:pt x="1356405" y="755427"/>
                  </a:lnTo>
                  <a:lnTo>
                    <a:pt x="1381179" y="725008"/>
                  </a:lnTo>
                  <a:lnTo>
                    <a:pt x="1391081" y="718479"/>
                  </a:lnTo>
                  <a:lnTo>
                    <a:pt x="1423675" y="713807"/>
                  </a:lnTo>
                  <a:lnTo>
                    <a:pt x="1429606" y="702037"/>
                  </a:lnTo>
                  <a:lnTo>
                    <a:pt x="1442811" y="690197"/>
                  </a:lnTo>
                  <a:lnTo>
                    <a:pt x="1451319" y="677269"/>
                  </a:lnTo>
                  <a:lnTo>
                    <a:pt x="1471688" y="652660"/>
                  </a:lnTo>
                  <a:lnTo>
                    <a:pt x="1492764" y="657092"/>
                  </a:lnTo>
                  <a:lnTo>
                    <a:pt x="1505070" y="661805"/>
                  </a:lnTo>
                  <a:lnTo>
                    <a:pt x="1518579" y="664181"/>
                  </a:lnTo>
                  <a:lnTo>
                    <a:pt x="1530875" y="690416"/>
                  </a:lnTo>
                  <a:lnTo>
                    <a:pt x="1561974" y="719418"/>
                  </a:lnTo>
                  <a:lnTo>
                    <a:pt x="1590547" y="716892"/>
                  </a:lnTo>
                  <a:lnTo>
                    <a:pt x="1600691" y="744326"/>
                  </a:lnTo>
                  <a:lnTo>
                    <a:pt x="1605167" y="778199"/>
                  </a:lnTo>
                  <a:lnTo>
                    <a:pt x="1613948" y="788831"/>
                  </a:lnTo>
                  <a:lnTo>
                    <a:pt x="1621667" y="795769"/>
                  </a:lnTo>
                  <a:lnTo>
                    <a:pt x="1644946" y="803037"/>
                  </a:lnTo>
                  <a:lnTo>
                    <a:pt x="1645865" y="803496"/>
                  </a:lnTo>
                  <a:lnTo>
                    <a:pt x="1646613" y="808098"/>
                  </a:lnTo>
                  <a:lnTo>
                    <a:pt x="1648037" y="824940"/>
                  </a:lnTo>
                  <a:lnTo>
                    <a:pt x="1649987" y="838907"/>
                  </a:lnTo>
                  <a:lnTo>
                    <a:pt x="1661970" y="894713"/>
                  </a:lnTo>
                  <a:lnTo>
                    <a:pt x="1661738" y="908360"/>
                  </a:lnTo>
                  <a:lnTo>
                    <a:pt x="1661596" y="911984"/>
                  </a:lnTo>
                  <a:lnTo>
                    <a:pt x="1657211" y="931091"/>
                  </a:lnTo>
                  <a:lnTo>
                    <a:pt x="1656660" y="932229"/>
                  </a:lnTo>
                  <a:lnTo>
                    <a:pt x="914446" y="932229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2228289" y="3007357"/>
              <a:ext cx="914400" cy="928626"/>
            </a:xfrm>
            <a:custGeom>
              <a:avLst/>
              <a:pathLst>
                <a:path w="914400" h="928626">
                  <a:moveTo>
                    <a:pt x="914400" y="914399"/>
                  </a:moveTo>
                  <a:lnTo>
                    <a:pt x="911621" y="921408"/>
                  </a:lnTo>
                  <a:lnTo>
                    <a:pt x="899992" y="909747"/>
                  </a:lnTo>
                  <a:lnTo>
                    <a:pt x="888312" y="909907"/>
                  </a:lnTo>
                  <a:lnTo>
                    <a:pt x="881330" y="927867"/>
                  </a:lnTo>
                  <a:lnTo>
                    <a:pt x="876137" y="928626"/>
                  </a:lnTo>
                  <a:lnTo>
                    <a:pt x="858102" y="912313"/>
                  </a:lnTo>
                  <a:lnTo>
                    <a:pt x="855212" y="904356"/>
                  </a:lnTo>
                  <a:lnTo>
                    <a:pt x="854616" y="897738"/>
                  </a:lnTo>
                  <a:lnTo>
                    <a:pt x="857193" y="874826"/>
                  </a:lnTo>
                  <a:lnTo>
                    <a:pt x="856718" y="867618"/>
                  </a:lnTo>
                  <a:lnTo>
                    <a:pt x="862386" y="859741"/>
                  </a:lnTo>
                  <a:lnTo>
                    <a:pt x="863265" y="848361"/>
                  </a:lnTo>
                  <a:lnTo>
                    <a:pt x="873288" y="836361"/>
                  </a:lnTo>
                  <a:lnTo>
                    <a:pt x="882179" y="835912"/>
                  </a:lnTo>
                  <a:lnTo>
                    <a:pt x="885008" y="846074"/>
                  </a:lnTo>
                  <a:lnTo>
                    <a:pt x="889262" y="853073"/>
                  </a:lnTo>
                  <a:lnTo>
                    <a:pt x="904245" y="860919"/>
                  </a:lnTo>
                  <a:lnTo>
                    <a:pt x="906478" y="864483"/>
                  </a:lnTo>
                  <a:lnTo>
                    <a:pt x="907832" y="869415"/>
                  </a:lnTo>
                  <a:lnTo>
                    <a:pt x="900861" y="879079"/>
                  </a:lnTo>
                  <a:lnTo>
                    <a:pt x="898496" y="884031"/>
                  </a:lnTo>
                  <a:lnTo>
                    <a:pt x="900709" y="891967"/>
                  </a:lnTo>
                  <a:lnTo>
                    <a:pt x="911813" y="900643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2276302" y="3088401"/>
              <a:ext cx="915996" cy="925840"/>
            </a:xfrm>
            <a:custGeom>
              <a:avLst/>
              <a:pathLst>
                <a:path w="915996" h="925840">
                  <a:moveTo>
                    <a:pt x="914400" y="914400"/>
                  </a:moveTo>
                  <a:lnTo>
                    <a:pt x="915996" y="924273"/>
                  </a:lnTo>
                  <a:lnTo>
                    <a:pt x="911702" y="923534"/>
                  </a:lnTo>
                  <a:lnTo>
                    <a:pt x="898890" y="925840"/>
                  </a:lnTo>
                  <a:lnTo>
                    <a:pt x="886210" y="922576"/>
                  </a:lnTo>
                  <a:lnTo>
                    <a:pt x="883765" y="910326"/>
                  </a:lnTo>
                  <a:lnTo>
                    <a:pt x="885786" y="898536"/>
                  </a:lnTo>
                  <a:lnTo>
                    <a:pt x="880694" y="890430"/>
                  </a:lnTo>
                  <a:lnTo>
                    <a:pt x="876006" y="885668"/>
                  </a:lnTo>
                  <a:lnTo>
                    <a:pt x="875308" y="878869"/>
                  </a:lnTo>
                  <a:lnTo>
                    <a:pt x="876066" y="871831"/>
                  </a:lnTo>
                  <a:lnTo>
                    <a:pt x="897910" y="890779"/>
                  </a:lnTo>
                  <a:lnTo>
                    <a:pt x="915763" y="90800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1958784" y="2986792"/>
              <a:ext cx="930282" cy="914399"/>
            </a:xfrm>
            <a:custGeom>
              <a:avLst/>
              <a:pathLst>
                <a:path w="930282" h="914399">
                  <a:moveTo>
                    <a:pt x="914400" y="914399"/>
                  </a:moveTo>
                  <a:lnTo>
                    <a:pt x="908337" y="906223"/>
                  </a:lnTo>
                  <a:lnTo>
                    <a:pt x="902235" y="904147"/>
                  </a:lnTo>
                  <a:lnTo>
                    <a:pt x="905518" y="894064"/>
                  </a:lnTo>
                  <a:lnTo>
                    <a:pt x="909812" y="890400"/>
                  </a:lnTo>
                  <a:lnTo>
                    <a:pt x="925190" y="896969"/>
                  </a:lnTo>
                  <a:lnTo>
                    <a:pt x="930020" y="909827"/>
                  </a:lnTo>
                  <a:lnTo>
                    <a:pt x="930282" y="91400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1664474" y="2915013"/>
              <a:ext cx="950086" cy="914399"/>
            </a:xfrm>
            <a:custGeom>
              <a:avLst/>
              <a:pathLst>
                <a:path w="950086" h="914399">
                  <a:moveTo>
                    <a:pt x="914400" y="914399"/>
                  </a:moveTo>
                  <a:lnTo>
                    <a:pt x="915541" y="885528"/>
                  </a:lnTo>
                  <a:lnTo>
                    <a:pt x="926867" y="854770"/>
                  </a:lnTo>
                  <a:lnTo>
                    <a:pt x="931657" y="855459"/>
                  </a:lnTo>
                  <a:lnTo>
                    <a:pt x="926756" y="863765"/>
                  </a:lnTo>
                  <a:lnTo>
                    <a:pt x="925342" y="869585"/>
                  </a:lnTo>
                  <a:lnTo>
                    <a:pt x="923351" y="881215"/>
                  </a:lnTo>
                  <a:lnTo>
                    <a:pt x="924251" y="887255"/>
                  </a:lnTo>
                  <a:lnTo>
                    <a:pt x="950086" y="888912"/>
                  </a:lnTo>
                  <a:lnTo>
                    <a:pt x="947085" y="894303"/>
                  </a:lnTo>
                  <a:lnTo>
                    <a:pt x="920886" y="897937"/>
                  </a:lnTo>
                  <a:lnTo>
                    <a:pt x="916784" y="910336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1691815" y="2931146"/>
              <a:ext cx="918431" cy="914399"/>
            </a:xfrm>
            <a:custGeom>
              <a:avLst/>
              <a:pathLst>
                <a:path w="918431" h="914399">
                  <a:moveTo>
                    <a:pt x="914400" y="914399"/>
                  </a:moveTo>
                  <a:lnTo>
                    <a:pt x="904559" y="913810"/>
                  </a:lnTo>
                  <a:lnTo>
                    <a:pt x="899032" y="909098"/>
                  </a:lnTo>
                  <a:lnTo>
                    <a:pt x="900820" y="904077"/>
                  </a:lnTo>
                  <a:lnTo>
                    <a:pt x="906044" y="900243"/>
                  </a:lnTo>
                  <a:lnTo>
                    <a:pt x="910368" y="899654"/>
                  </a:lnTo>
                  <a:lnTo>
                    <a:pt x="916936" y="902020"/>
                  </a:lnTo>
                  <a:lnTo>
                    <a:pt x="918431" y="90938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2878653" y="1773374"/>
              <a:ext cx="939093" cy="969427"/>
            </a:xfrm>
            <a:custGeom>
              <a:avLst/>
              <a:pathLst>
                <a:path w="939093" h="969427">
                  <a:moveTo>
                    <a:pt x="914400" y="914400"/>
                  </a:moveTo>
                  <a:lnTo>
                    <a:pt x="915814" y="912672"/>
                  </a:lnTo>
                  <a:lnTo>
                    <a:pt x="921351" y="913880"/>
                  </a:lnTo>
                  <a:lnTo>
                    <a:pt x="929676" y="921797"/>
                  </a:lnTo>
                  <a:lnTo>
                    <a:pt x="931353" y="926080"/>
                  </a:lnTo>
                  <a:lnTo>
                    <a:pt x="937092" y="928276"/>
                  </a:lnTo>
                  <a:lnTo>
                    <a:pt x="939093" y="932719"/>
                  </a:lnTo>
                  <a:lnTo>
                    <a:pt x="932455" y="946565"/>
                  </a:lnTo>
                  <a:lnTo>
                    <a:pt x="928353" y="946825"/>
                  </a:lnTo>
                  <a:lnTo>
                    <a:pt x="925291" y="945068"/>
                  </a:lnTo>
                  <a:lnTo>
                    <a:pt x="919886" y="946585"/>
                  </a:lnTo>
                  <a:lnTo>
                    <a:pt x="916713" y="949201"/>
                  </a:lnTo>
                  <a:lnTo>
                    <a:pt x="915652" y="954961"/>
                  </a:lnTo>
                  <a:lnTo>
                    <a:pt x="915824" y="967011"/>
                  </a:lnTo>
                  <a:lnTo>
                    <a:pt x="891596" y="969427"/>
                  </a:lnTo>
                  <a:lnTo>
                    <a:pt x="886028" y="965903"/>
                  </a:lnTo>
                  <a:lnTo>
                    <a:pt x="878400" y="938499"/>
                  </a:lnTo>
                  <a:lnTo>
                    <a:pt x="879916" y="931421"/>
                  </a:lnTo>
                  <a:lnTo>
                    <a:pt x="885048" y="928406"/>
                  </a:lnTo>
                  <a:lnTo>
                    <a:pt x="889443" y="927757"/>
                  </a:lnTo>
                  <a:lnTo>
                    <a:pt x="890090" y="942512"/>
                  </a:lnTo>
                  <a:lnTo>
                    <a:pt x="896546" y="941045"/>
                  </a:lnTo>
                  <a:lnTo>
                    <a:pt x="898567" y="931321"/>
                  </a:lnTo>
                  <a:lnTo>
                    <a:pt x="899022" y="924473"/>
                  </a:lnTo>
                  <a:lnTo>
                    <a:pt x="897274" y="921018"/>
                  </a:lnTo>
                  <a:lnTo>
                    <a:pt x="892889" y="918343"/>
                  </a:lnTo>
                  <a:lnTo>
                    <a:pt x="890353" y="913751"/>
                  </a:lnTo>
                  <a:lnTo>
                    <a:pt x="894000" y="906363"/>
                  </a:lnTo>
                  <a:lnTo>
                    <a:pt x="900749" y="903168"/>
                  </a:lnTo>
                  <a:lnTo>
                    <a:pt x="906569" y="913042"/>
                  </a:lnTo>
                  <a:lnTo>
                    <a:pt x="911227" y="91434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2842158" y="1811430"/>
              <a:ext cx="914400" cy="920469"/>
            </a:xfrm>
            <a:custGeom>
              <a:avLst/>
              <a:pathLst>
                <a:path w="914400" h="920469">
                  <a:moveTo>
                    <a:pt x="914400" y="914400"/>
                  </a:moveTo>
                  <a:lnTo>
                    <a:pt x="910439" y="913251"/>
                  </a:lnTo>
                  <a:lnTo>
                    <a:pt x="907398" y="914819"/>
                  </a:lnTo>
                  <a:lnTo>
                    <a:pt x="905337" y="920469"/>
                  </a:lnTo>
                  <a:lnTo>
                    <a:pt x="900850" y="918443"/>
                  </a:lnTo>
                  <a:lnTo>
                    <a:pt x="899042" y="910346"/>
                  </a:lnTo>
                  <a:lnTo>
                    <a:pt x="902386" y="898227"/>
                  </a:lnTo>
                  <a:lnTo>
                    <a:pt x="910398" y="897767"/>
                  </a:lnTo>
                  <a:lnTo>
                    <a:pt x="913864" y="90981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2938992" y="1841649"/>
              <a:ext cx="915218" cy="915478"/>
            </a:xfrm>
            <a:custGeom>
              <a:avLst/>
              <a:pathLst>
                <a:path w="915218" h="915478">
                  <a:moveTo>
                    <a:pt x="914400" y="914400"/>
                  </a:moveTo>
                  <a:lnTo>
                    <a:pt x="905953" y="915478"/>
                  </a:lnTo>
                  <a:lnTo>
                    <a:pt x="902406" y="911165"/>
                  </a:lnTo>
                  <a:lnTo>
                    <a:pt x="894515" y="911704"/>
                  </a:lnTo>
                  <a:lnTo>
                    <a:pt x="893141" y="909548"/>
                  </a:lnTo>
                  <a:lnTo>
                    <a:pt x="896415" y="905245"/>
                  </a:lnTo>
                  <a:lnTo>
                    <a:pt x="902679" y="902549"/>
                  </a:lnTo>
                  <a:lnTo>
                    <a:pt x="910853" y="903628"/>
                  </a:lnTo>
                  <a:lnTo>
                    <a:pt x="915218" y="90954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3295480" y="620454"/>
              <a:ext cx="1689068" cy="2176675"/>
            </a:xfrm>
            <a:custGeom>
              <a:avLst/>
              <a:pathLst>
                <a:path w="1689068" h="2176675">
                  <a:moveTo>
                    <a:pt x="914400" y="914400"/>
                  </a:moveTo>
                  <a:lnTo>
                    <a:pt x="908772" y="899984"/>
                  </a:lnTo>
                  <a:lnTo>
                    <a:pt x="904697" y="891877"/>
                  </a:lnTo>
                  <a:lnTo>
                    <a:pt x="1519030" y="891877"/>
                  </a:lnTo>
                  <a:lnTo>
                    <a:pt x="1520105" y="893704"/>
                  </a:lnTo>
                  <a:lnTo>
                    <a:pt x="1523540" y="907631"/>
                  </a:lnTo>
                  <a:lnTo>
                    <a:pt x="1539150" y="955970"/>
                  </a:lnTo>
                  <a:lnTo>
                    <a:pt x="1540726" y="968289"/>
                  </a:lnTo>
                  <a:lnTo>
                    <a:pt x="1539958" y="977403"/>
                  </a:lnTo>
                  <a:lnTo>
                    <a:pt x="1533098" y="979650"/>
                  </a:lnTo>
                  <a:lnTo>
                    <a:pt x="1517953" y="981097"/>
                  </a:lnTo>
                  <a:lnTo>
                    <a:pt x="1501534" y="987077"/>
                  </a:lnTo>
                  <a:lnTo>
                    <a:pt x="1500706" y="989084"/>
                  </a:lnTo>
                  <a:lnTo>
                    <a:pt x="1511415" y="1000495"/>
                  </a:lnTo>
                  <a:lnTo>
                    <a:pt x="1501958" y="1019982"/>
                  </a:lnTo>
                  <a:lnTo>
                    <a:pt x="1500594" y="1047885"/>
                  </a:lnTo>
                  <a:lnTo>
                    <a:pt x="1490491" y="1062530"/>
                  </a:lnTo>
                  <a:lnTo>
                    <a:pt x="1489541" y="1065934"/>
                  </a:lnTo>
                  <a:lnTo>
                    <a:pt x="1489996" y="1068780"/>
                  </a:lnTo>
                  <a:lnTo>
                    <a:pt x="1491784" y="1071006"/>
                  </a:lnTo>
                  <a:lnTo>
                    <a:pt x="1510496" y="1074919"/>
                  </a:lnTo>
                  <a:lnTo>
                    <a:pt x="1512113" y="1078893"/>
                  </a:lnTo>
                  <a:lnTo>
                    <a:pt x="1512193" y="1087119"/>
                  </a:lnTo>
                  <a:lnTo>
                    <a:pt x="1510526" y="1094716"/>
                  </a:lnTo>
                  <a:lnTo>
                    <a:pt x="1501130" y="1100357"/>
                  </a:lnTo>
                  <a:lnTo>
                    <a:pt x="1491036" y="1108703"/>
                  </a:lnTo>
                  <a:lnTo>
                    <a:pt x="1488803" y="1116380"/>
                  </a:lnTo>
                  <a:lnTo>
                    <a:pt x="1489147" y="1123238"/>
                  </a:lnTo>
                  <a:lnTo>
                    <a:pt x="1492592" y="1134819"/>
                  </a:lnTo>
                  <a:lnTo>
                    <a:pt x="1499230" y="1148316"/>
                  </a:lnTo>
                  <a:lnTo>
                    <a:pt x="1507667" y="1156792"/>
                  </a:lnTo>
                  <a:lnTo>
                    <a:pt x="1537634" y="1164818"/>
                  </a:lnTo>
                  <a:lnTo>
                    <a:pt x="1541504" y="1171457"/>
                  </a:lnTo>
                  <a:lnTo>
                    <a:pt x="1543151" y="1180552"/>
                  </a:lnTo>
                  <a:lnTo>
                    <a:pt x="1542525" y="1189437"/>
                  </a:lnTo>
                  <a:lnTo>
                    <a:pt x="1528602" y="1207207"/>
                  </a:lnTo>
                  <a:lnTo>
                    <a:pt x="1528713" y="1214045"/>
                  </a:lnTo>
                  <a:lnTo>
                    <a:pt x="1534432" y="1230587"/>
                  </a:lnTo>
                  <a:lnTo>
                    <a:pt x="1541282" y="1246381"/>
                  </a:lnTo>
                  <a:lnTo>
                    <a:pt x="1570512" y="1263492"/>
                  </a:lnTo>
                  <a:lnTo>
                    <a:pt x="1580575" y="1272876"/>
                  </a:lnTo>
                  <a:lnTo>
                    <a:pt x="1583253" y="1280344"/>
                  </a:lnTo>
                  <a:lnTo>
                    <a:pt x="1584718" y="1292383"/>
                  </a:lnTo>
                  <a:lnTo>
                    <a:pt x="1584526" y="1305431"/>
                  </a:lnTo>
                  <a:lnTo>
                    <a:pt x="1582232" y="1317022"/>
                  </a:lnTo>
                  <a:lnTo>
                    <a:pt x="1573068" y="1331967"/>
                  </a:lnTo>
                  <a:lnTo>
                    <a:pt x="1551850" y="1361447"/>
                  </a:lnTo>
                  <a:lnTo>
                    <a:pt x="1530521" y="1372898"/>
                  </a:lnTo>
                  <a:lnTo>
                    <a:pt x="1529218" y="1375384"/>
                  </a:lnTo>
                  <a:lnTo>
                    <a:pt x="1535826" y="1384818"/>
                  </a:lnTo>
                  <a:lnTo>
                    <a:pt x="1573401" y="1422634"/>
                  </a:lnTo>
                  <a:lnTo>
                    <a:pt x="1597893" y="1440334"/>
                  </a:lnTo>
                  <a:lnTo>
                    <a:pt x="1630952" y="1464224"/>
                  </a:lnTo>
                  <a:lnTo>
                    <a:pt x="1652271" y="1483102"/>
                  </a:lnTo>
                  <a:lnTo>
                    <a:pt x="1659161" y="1496680"/>
                  </a:lnTo>
                  <a:lnTo>
                    <a:pt x="1668396" y="1511774"/>
                  </a:lnTo>
                  <a:lnTo>
                    <a:pt x="1678773" y="1524113"/>
                  </a:lnTo>
                  <a:lnTo>
                    <a:pt x="1686249" y="1534825"/>
                  </a:lnTo>
                  <a:lnTo>
                    <a:pt x="1689068" y="1541714"/>
                  </a:lnTo>
                  <a:lnTo>
                    <a:pt x="1688806" y="1549121"/>
                  </a:lnTo>
                  <a:lnTo>
                    <a:pt x="1678803" y="1571464"/>
                  </a:lnTo>
                  <a:lnTo>
                    <a:pt x="1673125" y="1588735"/>
                  </a:lnTo>
                  <a:lnTo>
                    <a:pt x="1663112" y="1614052"/>
                  </a:lnTo>
                  <a:lnTo>
                    <a:pt x="1652877" y="1631722"/>
                  </a:lnTo>
                  <a:lnTo>
                    <a:pt x="1626911" y="1663948"/>
                  </a:lnTo>
                  <a:lnTo>
                    <a:pt x="1588618" y="1704061"/>
                  </a:lnTo>
                  <a:lnTo>
                    <a:pt x="1579726" y="1716200"/>
                  </a:lnTo>
                  <a:lnTo>
                    <a:pt x="1561802" y="1737335"/>
                  </a:lnTo>
                  <a:lnTo>
                    <a:pt x="1531128" y="1779753"/>
                  </a:lnTo>
                  <a:lnTo>
                    <a:pt x="1523186" y="1789118"/>
                  </a:lnTo>
                  <a:lnTo>
                    <a:pt x="1498038" y="1822951"/>
                  </a:lnTo>
                  <a:lnTo>
                    <a:pt x="1486581" y="1833712"/>
                  </a:lnTo>
                  <a:lnTo>
                    <a:pt x="1477578" y="1843776"/>
                  </a:lnTo>
                  <a:lnTo>
                    <a:pt x="1452673" y="1875762"/>
                  </a:lnTo>
                  <a:lnTo>
                    <a:pt x="1425908" y="1900041"/>
                  </a:lnTo>
                  <a:lnTo>
                    <a:pt x="1399638" y="1922593"/>
                  </a:lnTo>
                  <a:lnTo>
                    <a:pt x="1391758" y="1934024"/>
                  </a:lnTo>
                  <a:lnTo>
                    <a:pt x="1381957" y="1942739"/>
                  </a:lnTo>
                  <a:lnTo>
                    <a:pt x="1370257" y="1951035"/>
                  </a:lnTo>
                  <a:lnTo>
                    <a:pt x="1365326" y="1955677"/>
                  </a:lnTo>
                  <a:lnTo>
                    <a:pt x="1338895" y="1986565"/>
                  </a:lnTo>
                  <a:lnTo>
                    <a:pt x="1302239" y="2029443"/>
                  </a:lnTo>
                  <a:lnTo>
                    <a:pt x="1298511" y="2030112"/>
                  </a:lnTo>
                  <a:lnTo>
                    <a:pt x="1288963" y="2037040"/>
                  </a:lnTo>
                  <a:lnTo>
                    <a:pt x="1274040" y="2038718"/>
                  </a:lnTo>
                  <a:lnTo>
                    <a:pt x="1267553" y="2044019"/>
                  </a:lnTo>
                  <a:lnTo>
                    <a:pt x="1244739" y="2028924"/>
                  </a:lnTo>
                  <a:lnTo>
                    <a:pt x="1240950" y="2027946"/>
                  </a:lnTo>
                  <a:lnTo>
                    <a:pt x="1227533" y="2031689"/>
                  </a:lnTo>
                  <a:lnTo>
                    <a:pt x="1214660" y="2042661"/>
                  </a:lnTo>
                  <a:lnTo>
                    <a:pt x="1190897" y="2046015"/>
                  </a:lnTo>
                  <a:lnTo>
                    <a:pt x="1179096" y="2049569"/>
                  </a:lnTo>
                  <a:lnTo>
                    <a:pt x="1171568" y="2054641"/>
                  </a:lnTo>
                  <a:lnTo>
                    <a:pt x="1170022" y="2042641"/>
                  </a:lnTo>
                  <a:lnTo>
                    <a:pt x="1173276" y="2027427"/>
                  </a:lnTo>
                  <a:lnTo>
                    <a:pt x="1178510" y="2017284"/>
                  </a:lnTo>
                  <a:lnTo>
                    <a:pt x="1178994" y="2010675"/>
                  </a:lnTo>
                  <a:lnTo>
                    <a:pt x="1175155" y="2011364"/>
                  </a:lnTo>
                  <a:lnTo>
                    <a:pt x="1167547" y="2026239"/>
                  </a:lnTo>
                  <a:lnTo>
                    <a:pt x="1163475" y="2043619"/>
                  </a:lnTo>
                  <a:lnTo>
                    <a:pt x="1155332" y="2052355"/>
                  </a:lnTo>
                  <a:lnTo>
                    <a:pt x="1137428" y="2055929"/>
                  </a:lnTo>
                  <a:lnTo>
                    <a:pt x="1119979" y="2041962"/>
                  </a:lnTo>
                  <a:lnTo>
                    <a:pt x="1111694" y="2042102"/>
                  </a:lnTo>
                  <a:lnTo>
                    <a:pt x="1116897" y="2052105"/>
                  </a:lnTo>
                  <a:lnTo>
                    <a:pt x="1120413" y="2063086"/>
                  </a:lnTo>
                  <a:lnTo>
                    <a:pt x="1119959" y="2069236"/>
                  </a:lnTo>
                  <a:lnTo>
                    <a:pt x="1110653" y="2068158"/>
                  </a:lnTo>
                  <a:lnTo>
                    <a:pt x="1100297" y="2074737"/>
                  </a:lnTo>
                  <a:lnTo>
                    <a:pt x="1091214" y="2084361"/>
                  </a:lnTo>
                  <a:lnTo>
                    <a:pt x="1086809" y="2084381"/>
                  </a:lnTo>
                  <a:lnTo>
                    <a:pt x="1080706" y="2070933"/>
                  </a:lnTo>
                  <a:lnTo>
                    <a:pt x="1069511" y="2077213"/>
                  </a:lnTo>
                  <a:lnTo>
                    <a:pt x="1059943" y="2085649"/>
                  </a:lnTo>
                  <a:lnTo>
                    <a:pt x="1040503" y="2088284"/>
                  </a:lnTo>
                  <a:lnTo>
                    <a:pt x="1028915" y="2099375"/>
                  </a:lnTo>
                  <a:lnTo>
                    <a:pt x="1008404" y="2106863"/>
                  </a:lnTo>
                  <a:lnTo>
                    <a:pt x="997138" y="2106683"/>
                  </a:lnTo>
                  <a:lnTo>
                    <a:pt x="971455" y="2115698"/>
                  </a:lnTo>
                  <a:lnTo>
                    <a:pt x="962917" y="2129595"/>
                  </a:lnTo>
                  <a:lnTo>
                    <a:pt x="955431" y="2134706"/>
                  </a:lnTo>
                  <a:lnTo>
                    <a:pt x="944771" y="2130403"/>
                  </a:lnTo>
                  <a:lnTo>
                    <a:pt x="911934" y="2137182"/>
                  </a:lnTo>
                  <a:lnTo>
                    <a:pt x="880542" y="2146077"/>
                  </a:lnTo>
                  <a:lnTo>
                    <a:pt x="867185" y="2145568"/>
                  </a:lnTo>
                  <a:lnTo>
                    <a:pt x="853828" y="2141874"/>
                  </a:lnTo>
                  <a:lnTo>
                    <a:pt x="839673" y="2154233"/>
                  </a:lnTo>
                  <a:lnTo>
                    <a:pt x="824638" y="2170765"/>
                  </a:lnTo>
                  <a:lnTo>
                    <a:pt x="808068" y="2176675"/>
                  </a:lnTo>
                  <a:lnTo>
                    <a:pt x="802127" y="2174559"/>
                  </a:lnTo>
                  <a:lnTo>
                    <a:pt x="806876" y="2165884"/>
                  </a:lnTo>
                  <a:lnTo>
                    <a:pt x="817839" y="2156909"/>
                  </a:lnTo>
                  <a:lnTo>
                    <a:pt x="825366" y="2144739"/>
                  </a:lnTo>
                  <a:lnTo>
                    <a:pt x="826397" y="2134596"/>
                  </a:lnTo>
                  <a:lnTo>
                    <a:pt x="821223" y="2130613"/>
                  </a:lnTo>
                  <a:lnTo>
                    <a:pt x="814161" y="2129395"/>
                  </a:lnTo>
                  <a:lnTo>
                    <a:pt x="805260" y="2118913"/>
                  </a:lnTo>
                  <a:lnTo>
                    <a:pt x="796732" y="2096181"/>
                  </a:lnTo>
                  <a:lnTo>
                    <a:pt x="792115" y="2094933"/>
                  </a:lnTo>
                  <a:lnTo>
                    <a:pt x="789771" y="2100903"/>
                  </a:lnTo>
                  <a:lnTo>
                    <a:pt x="787154" y="2118334"/>
                  </a:lnTo>
                  <a:lnTo>
                    <a:pt x="784497" y="2123355"/>
                  </a:lnTo>
                  <a:lnTo>
                    <a:pt x="779980" y="2127348"/>
                  </a:lnTo>
                  <a:lnTo>
                    <a:pt x="774555" y="2131372"/>
                  </a:lnTo>
                  <a:lnTo>
                    <a:pt x="769260" y="2133328"/>
                  </a:lnTo>
                  <a:lnTo>
                    <a:pt x="750275" y="2133089"/>
                  </a:lnTo>
                  <a:lnTo>
                    <a:pt x="747780" y="2124284"/>
                  </a:lnTo>
                  <a:lnTo>
                    <a:pt x="747780" y="2120600"/>
                  </a:lnTo>
                  <a:lnTo>
                    <a:pt x="751144" y="2109009"/>
                  </a:lnTo>
                  <a:lnTo>
                    <a:pt x="748204" y="2106983"/>
                  </a:lnTo>
                  <a:lnTo>
                    <a:pt x="751003" y="2097898"/>
                  </a:lnTo>
                  <a:lnTo>
                    <a:pt x="755479" y="2098387"/>
                  </a:lnTo>
                  <a:lnTo>
                    <a:pt x="760783" y="2097039"/>
                  </a:lnTo>
                  <a:lnTo>
                    <a:pt x="763441" y="2092367"/>
                  </a:lnTo>
                  <a:lnTo>
                    <a:pt x="763238" y="2086787"/>
                  </a:lnTo>
                  <a:lnTo>
                    <a:pt x="755863" y="2085339"/>
                  </a:lnTo>
                  <a:lnTo>
                    <a:pt x="755408" y="2081535"/>
                  </a:lnTo>
                  <a:lnTo>
                    <a:pt x="761986" y="2065642"/>
                  </a:lnTo>
                  <a:lnTo>
                    <a:pt x="762925" y="2061250"/>
                  </a:lnTo>
                  <a:lnTo>
                    <a:pt x="760379" y="2060341"/>
                  </a:lnTo>
                  <a:lnTo>
                    <a:pt x="756257" y="2062068"/>
                  </a:lnTo>
                  <a:lnTo>
                    <a:pt x="729088" y="2057087"/>
                  </a:lnTo>
                  <a:lnTo>
                    <a:pt x="695574" y="2036771"/>
                  </a:lnTo>
                  <a:lnTo>
                    <a:pt x="687330" y="2035723"/>
                  </a:lnTo>
                  <a:lnTo>
                    <a:pt x="682258" y="2017583"/>
                  </a:lnTo>
                  <a:lnTo>
                    <a:pt x="674175" y="2019879"/>
                  </a:lnTo>
                  <a:lnTo>
                    <a:pt x="662394" y="2030501"/>
                  </a:lnTo>
                  <a:lnTo>
                    <a:pt x="653553" y="2022435"/>
                  </a:lnTo>
                  <a:lnTo>
                    <a:pt x="644056" y="2017124"/>
                  </a:lnTo>
                  <a:lnTo>
                    <a:pt x="641429" y="2008828"/>
                  </a:lnTo>
                  <a:lnTo>
                    <a:pt x="641560" y="1996588"/>
                  </a:lnTo>
                  <a:lnTo>
                    <a:pt x="640742" y="1982153"/>
                  </a:lnTo>
                  <a:lnTo>
                    <a:pt x="638145" y="1965261"/>
                  </a:lnTo>
                  <a:lnTo>
                    <a:pt x="636245" y="1941252"/>
                  </a:lnTo>
                  <a:lnTo>
                    <a:pt x="638024" y="1922493"/>
                  </a:lnTo>
                  <a:lnTo>
                    <a:pt x="645601" y="1908606"/>
                  </a:lnTo>
                  <a:lnTo>
                    <a:pt x="648511" y="1899741"/>
                  </a:lnTo>
                  <a:lnTo>
                    <a:pt x="652068" y="1877109"/>
                  </a:lnTo>
                  <a:lnTo>
                    <a:pt x="652866" y="1850604"/>
                  </a:lnTo>
                  <a:lnTo>
                    <a:pt x="650855" y="1841579"/>
                  </a:lnTo>
                  <a:lnTo>
                    <a:pt x="651360" y="1835579"/>
                  </a:lnTo>
                  <a:lnTo>
                    <a:pt x="657402" y="1835579"/>
                  </a:lnTo>
                  <a:lnTo>
                    <a:pt x="656089" y="1830428"/>
                  </a:lnTo>
                  <a:lnTo>
                    <a:pt x="653432" y="1827613"/>
                  </a:lnTo>
                  <a:lnTo>
                    <a:pt x="650492" y="1821753"/>
                  </a:lnTo>
                  <a:lnTo>
                    <a:pt x="652997" y="1818648"/>
                  </a:lnTo>
                  <a:lnTo>
                    <a:pt x="660232" y="1818428"/>
                  </a:lnTo>
                  <a:lnTo>
                    <a:pt x="660818" y="1816452"/>
                  </a:lnTo>
                  <a:lnTo>
                    <a:pt x="661636" y="1813656"/>
                  </a:lnTo>
                  <a:lnTo>
                    <a:pt x="656038" y="1798262"/>
                  </a:lnTo>
                  <a:lnTo>
                    <a:pt x="655392" y="1790924"/>
                  </a:lnTo>
                  <a:lnTo>
                    <a:pt x="647622" y="1768652"/>
                  </a:lnTo>
                  <a:lnTo>
                    <a:pt x="638761" y="1747538"/>
                  </a:lnTo>
                  <a:lnTo>
                    <a:pt x="625424" y="1732263"/>
                  </a:lnTo>
                  <a:lnTo>
                    <a:pt x="630153" y="1707116"/>
                  </a:lnTo>
                  <a:lnTo>
                    <a:pt x="635538" y="1684384"/>
                  </a:lnTo>
                  <a:lnTo>
                    <a:pt x="634467" y="1673432"/>
                  </a:lnTo>
                  <a:lnTo>
                    <a:pt x="632406" y="1660105"/>
                  </a:lnTo>
                  <a:lnTo>
                    <a:pt x="616078" y="1645489"/>
                  </a:lnTo>
                  <a:lnTo>
                    <a:pt x="613654" y="1624894"/>
                  </a:lnTo>
                  <a:lnTo>
                    <a:pt x="609663" y="1602781"/>
                  </a:lnTo>
                  <a:lnTo>
                    <a:pt x="611168" y="1589224"/>
                  </a:lnTo>
                  <a:lnTo>
                    <a:pt x="613825" y="1578851"/>
                  </a:lnTo>
                  <a:lnTo>
                    <a:pt x="619190" y="1568519"/>
                  </a:lnTo>
                  <a:lnTo>
                    <a:pt x="646278" y="1535914"/>
                  </a:lnTo>
                  <a:lnTo>
                    <a:pt x="647935" y="1518892"/>
                  </a:lnTo>
                  <a:lnTo>
                    <a:pt x="666294" y="1517654"/>
                  </a:lnTo>
                  <a:lnTo>
                    <a:pt x="657776" y="1502440"/>
                  </a:lnTo>
                  <a:lnTo>
                    <a:pt x="655766" y="1493894"/>
                  </a:lnTo>
                  <a:lnTo>
                    <a:pt x="655341" y="1483921"/>
                  </a:lnTo>
                  <a:lnTo>
                    <a:pt x="681752" y="1477093"/>
                  </a:lnTo>
                  <a:lnTo>
                    <a:pt x="691614" y="1482703"/>
                  </a:lnTo>
                  <a:lnTo>
                    <a:pt x="714852" y="1475775"/>
                  </a:lnTo>
                  <a:lnTo>
                    <a:pt x="735484" y="1462218"/>
                  </a:lnTo>
                  <a:lnTo>
                    <a:pt x="735120" y="1455020"/>
                  </a:lnTo>
                  <a:lnTo>
                    <a:pt x="731947" y="1448571"/>
                  </a:lnTo>
                  <a:lnTo>
                    <a:pt x="727572" y="1436151"/>
                  </a:lnTo>
                  <a:lnTo>
                    <a:pt x="730674" y="1432707"/>
                  </a:lnTo>
                  <a:lnTo>
                    <a:pt x="738202" y="1435243"/>
                  </a:lnTo>
                  <a:lnTo>
                    <a:pt x="734746" y="1429073"/>
                  </a:lnTo>
                  <a:lnTo>
                    <a:pt x="735373" y="1422564"/>
                  </a:lnTo>
                  <a:lnTo>
                    <a:pt x="743587" y="1425270"/>
                  </a:lnTo>
                  <a:lnTo>
                    <a:pt x="756994" y="1407110"/>
                  </a:lnTo>
                  <a:lnTo>
                    <a:pt x="757479" y="1393234"/>
                  </a:lnTo>
                  <a:lnTo>
                    <a:pt x="780647" y="1385976"/>
                  </a:lnTo>
                  <a:lnTo>
                    <a:pt x="807361" y="1357664"/>
                  </a:lnTo>
                  <a:lnTo>
                    <a:pt x="819688" y="1348848"/>
                  </a:lnTo>
                  <a:lnTo>
                    <a:pt x="831600" y="1342469"/>
                  </a:lnTo>
                  <a:lnTo>
                    <a:pt x="856970" y="1314187"/>
                  </a:lnTo>
                  <a:lnTo>
                    <a:pt x="867832" y="1312869"/>
                  </a:lnTo>
                  <a:lnTo>
                    <a:pt x="873419" y="1293801"/>
                  </a:lnTo>
                  <a:lnTo>
                    <a:pt x="894990" y="1268434"/>
                  </a:lnTo>
                  <a:lnTo>
                    <a:pt x="901548" y="1265189"/>
                  </a:lnTo>
                  <a:lnTo>
                    <a:pt x="911631" y="1242318"/>
                  </a:lnTo>
                  <a:lnTo>
                    <a:pt x="938123" y="1215882"/>
                  </a:lnTo>
                  <a:lnTo>
                    <a:pt x="954915" y="1182179"/>
                  </a:lnTo>
                  <a:lnTo>
                    <a:pt x="964180" y="1170209"/>
                  </a:lnTo>
                  <a:lnTo>
                    <a:pt x="967050" y="1157460"/>
                  </a:lnTo>
                  <a:lnTo>
                    <a:pt x="977366" y="1156382"/>
                  </a:lnTo>
                  <a:lnTo>
                    <a:pt x="986671" y="1147018"/>
                  </a:lnTo>
                  <a:lnTo>
                    <a:pt x="1006808" y="1140489"/>
                  </a:lnTo>
                  <a:lnTo>
                    <a:pt x="1026682" y="1142296"/>
                  </a:lnTo>
                  <a:lnTo>
                    <a:pt x="1034957" y="1146739"/>
                  </a:lnTo>
                  <a:lnTo>
                    <a:pt x="1042605" y="1145331"/>
                  </a:lnTo>
                  <a:lnTo>
                    <a:pt x="1041837" y="1133870"/>
                  </a:lnTo>
                  <a:lnTo>
                    <a:pt x="1036381" y="1126792"/>
                  </a:lnTo>
                  <a:lnTo>
                    <a:pt x="1040837" y="1119994"/>
                  </a:lnTo>
                  <a:lnTo>
                    <a:pt x="1051345" y="1114842"/>
                  </a:lnTo>
                  <a:lnTo>
                    <a:pt x="1050274" y="1103461"/>
                  </a:lnTo>
                  <a:lnTo>
                    <a:pt x="1047990" y="1096613"/>
                  </a:lnTo>
                  <a:lnTo>
                    <a:pt x="1039261" y="1087488"/>
                  </a:lnTo>
                  <a:lnTo>
                    <a:pt x="1043605" y="1067053"/>
                  </a:lnTo>
                  <a:lnTo>
                    <a:pt x="1044646" y="1044660"/>
                  </a:lnTo>
                  <a:lnTo>
                    <a:pt x="1048778" y="1018794"/>
                  </a:lnTo>
                  <a:lnTo>
                    <a:pt x="1037806" y="1005087"/>
                  </a:lnTo>
                  <a:lnTo>
                    <a:pt x="996169" y="981766"/>
                  </a:lnTo>
                  <a:lnTo>
                    <a:pt x="988399" y="982575"/>
                  </a:lnTo>
                  <a:lnTo>
                    <a:pt x="979154" y="979650"/>
                  </a:lnTo>
                  <a:lnTo>
                    <a:pt x="969495" y="961979"/>
                  </a:lnTo>
                  <a:lnTo>
                    <a:pt x="973809" y="946735"/>
                  </a:lnTo>
                  <a:lnTo>
                    <a:pt x="974304" y="941115"/>
                  </a:lnTo>
                  <a:lnTo>
                    <a:pt x="970536" y="941284"/>
                  </a:lnTo>
                  <a:lnTo>
                    <a:pt x="964433" y="948712"/>
                  </a:lnTo>
                  <a:lnTo>
                    <a:pt x="951157" y="957207"/>
                  </a:lnTo>
                  <a:lnTo>
                    <a:pt x="933900" y="950688"/>
                  </a:lnTo>
                  <a:lnTo>
                    <a:pt x="925413" y="952136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3075361" y="1777178"/>
              <a:ext cx="921927" cy="914400"/>
            </a:xfrm>
            <a:custGeom>
              <a:avLst/>
              <a:pathLst>
                <a:path w="921927" h="914400">
                  <a:moveTo>
                    <a:pt x="914400" y="914400"/>
                  </a:moveTo>
                  <a:lnTo>
                    <a:pt x="903760" y="904267"/>
                  </a:lnTo>
                  <a:lnTo>
                    <a:pt x="902417" y="900303"/>
                  </a:lnTo>
                  <a:lnTo>
                    <a:pt x="906589" y="898007"/>
                  </a:lnTo>
                  <a:lnTo>
                    <a:pt x="903831" y="889861"/>
                  </a:lnTo>
                  <a:lnTo>
                    <a:pt x="904649" y="886257"/>
                  </a:lnTo>
                  <a:lnTo>
                    <a:pt x="912884" y="892686"/>
                  </a:lnTo>
                  <a:lnTo>
                    <a:pt x="917380" y="900203"/>
                  </a:lnTo>
                  <a:lnTo>
                    <a:pt x="912985" y="901950"/>
                  </a:lnTo>
                  <a:lnTo>
                    <a:pt x="920431" y="909707"/>
                  </a:lnTo>
                  <a:lnTo>
                    <a:pt x="921927" y="91350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3003665" y="1186222"/>
              <a:ext cx="934415" cy="928845"/>
            </a:xfrm>
            <a:custGeom>
              <a:avLst/>
              <a:pathLst>
                <a:path w="934415" h="928845">
                  <a:moveTo>
                    <a:pt x="914400" y="914399"/>
                  </a:moveTo>
                  <a:lnTo>
                    <a:pt x="920462" y="913351"/>
                  </a:lnTo>
                  <a:lnTo>
                    <a:pt x="928625" y="906403"/>
                  </a:lnTo>
                  <a:lnTo>
                    <a:pt x="934415" y="909647"/>
                  </a:lnTo>
                  <a:lnTo>
                    <a:pt x="933758" y="919571"/>
                  </a:lnTo>
                  <a:lnTo>
                    <a:pt x="929828" y="919191"/>
                  </a:lnTo>
                  <a:lnTo>
                    <a:pt x="928747" y="917554"/>
                  </a:lnTo>
                  <a:lnTo>
                    <a:pt x="923705" y="923225"/>
                  </a:lnTo>
                  <a:lnTo>
                    <a:pt x="922806" y="926659"/>
                  </a:lnTo>
                  <a:lnTo>
                    <a:pt x="916976" y="928845"/>
                  </a:lnTo>
                  <a:lnTo>
                    <a:pt x="906205" y="919142"/>
                  </a:lnTo>
                  <a:lnTo>
                    <a:pt x="899436" y="903178"/>
                  </a:lnTo>
                  <a:lnTo>
                    <a:pt x="915208" y="903138"/>
                  </a:lnTo>
                  <a:lnTo>
                    <a:pt x="913702" y="906942"/>
                  </a:lnTo>
                  <a:lnTo>
                    <a:pt x="913288" y="910586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3114705" y="1774053"/>
              <a:ext cx="926170" cy="951607"/>
            </a:xfrm>
            <a:custGeom>
              <a:avLst/>
              <a:pathLst>
                <a:path w="926170" h="951607">
                  <a:moveTo>
                    <a:pt x="914400" y="914400"/>
                  </a:moveTo>
                  <a:lnTo>
                    <a:pt x="919906" y="912702"/>
                  </a:lnTo>
                  <a:lnTo>
                    <a:pt x="926170" y="923434"/>
                  </a:lnTo>
                  <a:lnTo>
                    <a:pt x="915551" y="930263"/>
                  </a:lnTo>
                  <a:lnTo>
                    <a:pt x="914814" y="938729"/>
                  </a:lnTo>
                  <a:lnTo>
                    <a:pt x="919007" y="943990"/>
                  </a:lnTo>
                  <a:lnTo>
                    <a:pt x="920482" y="951607"/>
                  </a:lnTo>
                  <a:lnTo>
                    <a:pt x="909903" y="951597"/>
                  </a:lnTo>
                  <a:lnTo>
                    <a:pt x="904841" y="945188"/>
                  </a:lnTo>
                  <a:lnTo>
                    <a:pt x="902639" y="937051"/>
                  </a:lnTo>
                  <a:lnTo>
                    <a:pt x="897718" y="931301"/>
                  </a:lnTo>
                  <a:lnTo>
                    <a:pt x="891161" y="926918"/>
                  </a:lnTo>
                  <a:lnTo>
                    <a:pt x="894374" y="921078"/>
                  </a:lnTo>
                  <a:lnTo>
                    <a:pt x="896203" y="912702"/>
                  </a:lnTo>
                  <a:lnTo>
                    <a:pt x="901295" y="90965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3025227" y="1746350"/>
              <a:ext cx="915844" cy="915068"/>
            </a:xfrm>
            <a:custGeom>
              <a:avLst/>
              <a:pathLst>
                <a:path w="915844" h="915068">
                  <a:moveTo>
                    <a:pt x="914400" y="914400"/>
                  </a:moveTo>
                  <a:lnTo>
                    <a:pt x="907377" y="913341"/>
                  </a:lnTo>
                  <a:lnTo>
                    <a:pt x="900234" y="915068"/>
                  </a:lnTo>
                  <a:lnTo>
                    <a:pt x="894475" y="905624"/>
                  </a:lnTo>
                  <a:lnTo>
                    <a:pt x="891393" y="889701"/>
                  </a:lnTo>
                  <a:lnTo>
                    <a:pt x="892444" y="886277"/>
                  </a:lnTo>
                  <a:lnTo>
                    <a:pt x="896930" y="882663"/>
                  </a:lnTo>
                  <a:lnTo>
                    <a:pt x="900365" y="891398"/>
                  </a:lnTo>
                  <a:lnTo>
                    <a:pt x="915844" y="904886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3055871" y="1823410"/>
              <a:ext cx="927979" cy="914400"/>
            </a:xfrm>
            <a:custGeom>
              <a:avLst/>
              <a:pathLst>
                <a:path w="927979" h="914400">
                  <a:moveTo>
                    <a:pt x="914400" y="914400"/>
                  </a:moveTo>
                  <a:lnTo>
                    <a:pt x="910459" y="912722"/>
                  </a:lnTo>
                  <a:lnTo>
                    <a:pt x="911469" y="900872"/>
                  </a:lnTo>
                  <a:lnTo>
                    <a:pt x="917623" y="895451"/>
                  </a:lnTo>
                  <a:lnTo>
                    <a:pt x="927979" y="894842"/>
                  </a:lnTo>
                  <a:lnTo>
                    <a:pt x="924756" y="90737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3035957" y="1825097"/>
              <a:ext cx="925524" cy="914400"/>
            </a:xfrm>
            <a:custGeom>
              <a:avLst/>
              <a:pathLst>
                <a:path w="925524" h="914400">
                  <a:moveTo>
                    <a:pt x="914399" y="914400"/>
                  </a:moveTo>
                  <a:lnTo>
                    <a:pt x="908752" y="908489"/>
                  </a:lnTo>
                  <a:lnTo>
                    <a:pt x="910894" y="904087"/>
                  </a:lnTo>
                  <a:lnTo>
                    <a:pt x="917229" y="899185"/>
                  </a:lnTo>
                  <a:lnTo>
                    <a:pt x="924069" y="899864"/>
                  </a:lnTo>
                  <a:lnTo>
                    <a:pt x="925524" y="905614"/>
                  </a:lnTo>
                  <a:lnTo>
                    <a:pt x="923473" y="912373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3362720" y="831459"/>
              <a:ext cx="945297" cy="914400"/>
            </a:xfrm>
            <a:custGeom>
              <a:avLst/>
              <a:pathLst>
                <a:path w="945297" h="914400">
                  <a:moveTo>
                    <a:pt x="914400" y="914400"/>
                  </a:moveTo>
                  <a:lnTo>
                    <a:pt x="901952" y="910157"/>
                  </a:lnTo>
                  <a:lnTo>
                    <a:pt x="901740" y="897009"/>
                  </a:lnTo>
                  <a:lnTo>
                    <a:pt x="909459" y="890649"/>
                  </a:lnTo>
                  <a:lnTo>
                    <a:pt x="923412" y="888104"/>
                  </a:lnTo>
                  <a:lnTo>
                    <a:pt x="942508" y="894463"/>
                  </a:lnTo>
                  <a:lnTo>
                    <a:pt x="945297" y="897857"/>
                  </a:lnTo>
                  <a:lnTo>
                    <a:pt x="934354" y="900403"/>
                  </a:lnTo>
                  <a:lnTo>
                    <a:pt x="929848" y="90761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3634579" y="2351042"/>
              <a:ext cx="999705" cy="914400"/>
            </a:xfrm>
            <a:custGeom>
              <a:avLst/>
              <a:pathLst>
                <a:path w="999705" h="914400">
                  <a:moveTo>
                    <a:pt x="914400" y="914400"/>
                  </a:moveTo>
                  <a:lnTo>
                    <a:pt x="899971" y="911774"/>
                  </a:lnTo>
                  <a:lnTo>
                    <a:pt x="884068" y="903508"/>
                  </a:lnTo>
                  <a:lnTo>
                    <a:pt x="877097" y="897298"/>
                  </a:lnTo>
                  <a:lnTo>
                    <a:pt x="870246" y="897368"/>
                  </a:lnTo>
                  <a:lnTo>
                    <a:pt x="861961" y="901471"/>
                  </a:lnTo>
                  <a:lnTo>
                    <a:pt x="832257" y="913271"/>
                  </a:lnTo>
                  <a:lnTo>
                    <a:pt x="824962" y="910516"/>
                  </a:lnTo>
                  <a:lnTo>
                    <a:pt x="807988" y="898946"/>
                  </a:lnTo>
                  <a:lnTo>
                    <a:pt x="799399" y="886337"/>
                  </a:lnTo>
                  <a:lnTo>
                    <a:pt x="780293" y="861229"/>
                  </a:lnTo>
                  <a:lnTo>
                    <a:pt x="778727" y="855259"/>
                  </a:lnTo>
                  <a:lnTo>
                    <a:pt x="776232" y="850467"/>
                  </a:lnTo>
                  <a:lnTo>
                    <a:pt x="755812" y="844258"/>
                  </a:lnTo>
                  <a:lnTo>
                    <a:pt x="748275" y="835003"/>
                  </a:lnTo>
                  <a:lnTo>
                    <a:pt x="741990" y="833705"/>
                  </a:lnTo>
                  <a:lnTo>
                    <a:pt x="732796" y="829083"/>
                  </a:lnTo>
                  <a:lnTo>
                    <a:pt x="708871" y="809316"/>
                  </a:lnTo>
                  <a:lnTo>
                    <a:pt x="702930" y="807469"/>
                  </a:lnTo>
                  <a:lnTo>
                    <a:pt x="701485" y="810794"/>
                  </a:lnTo>
                  <a:lnTo>
                    <a:pt x="701899" y="815466"/>
                  </a:lnTo>
                  <a:lnTo>
                    <a:pt x="700414" y="818171"/>
                  </a:lnTo>
                  <a:lnTo>
                    <a:pt x="697352" y="818082"/>
                  </a:lnTo>
                  <a:lnTo>
                    <a:pt x="691816" y="810814"/>
                  </a:lnTo>
                  <a:lnTo>
                    <a:pt x="685177" y="804415"/>
                  </a:lnTo>
                  <a:lnTo>
                    <a:pt x="664515" y="816444"/>
                  </a:lnTo>
                  <a:lnTo>
                    <a:pt x="657039" y="819689"/>
                  </a:lnTo>
                  <a:lnTo>
                    <a:pt x="650492" y="820398"/>
                  </a:lnTo>
                  <a:lnTo>
                    <a:pt x="617705" y="836221"/>
                  </a:lnTo>
                  <a:lnTo>
                    <a:pt x="607733" y="844747"/>
                  </a:lnTo>
                  <a:lnTo>
                    <a:pt x="603600" y="843838"/>
                  </a:lnTo>
                  <a:lnTo>
                    <a:pt x="604580" y="835832"/>
                  </a:lnTo>
                  <a:lnTo>
                    <a:pt x="618220" y="795719"/>
                  </a:lnTo>
                  <a:lnTo>
                    <a:pt x="620666" y="763893"/>
                  </a:lnTo>
                  <a:lnTo>
                    <a:pt x="625657" y="759520"/>
                  </a:lnTo>
                  <a:lnTo>
                    <a:pt x="627102" y="755108"/>
                  </a:lnTo>
                  <a:lnTo>
                    <a:pt x="624970" y="744955"/>
                  </a:lnTo>
                  <a:lnTo>
                    <a:pt x="610804" y="738446"/>
                  </a:lnTo>
                  <a:lnTo>
                    <a:pt x="605086" y="739404"/>
                  </a:lnTo>
                  <a:lnTo>
                    <a:pt x="599943" y="750316"/>
                  </a:lnTo>
                  <a:lnTo>
                    <a:pt x="594608" y="758182"/>
                  </a:lnTo>
                  <a:lnTo>
                    <a:pt x="582110" y="762974"/>
                  </a:lnTo>
                  <a:lnTo>
                    <a:pt x="571360" y="754688"/>
                  </a:lnTo>
                  <a:lnTo>
                    <a:pt x="546181" y="743607"/>
                  </a:lnTo>
                  <a:lnTo>
                    <a:pt x="539816" y="728852"/>
                  </a:lnTo>
                  <a:lnTo>
                    <a:pt x="538310" y="714007"/>
                  </a:lnTo>
                  <a:lnTo>
                    <a:pt x="524994" y="699651"/>
                  </a:lnTo>
                  <a:lnTo>
                    <a:pt x="519457" y="682739"/>
                  </a:lnTo>
                  <a:lnTo>
                    <a:pt x="521670" y="670939"/>
                  </a:lnTo>
                  <a:lnTo>
                    <a:pt x="533754" y="663192"/>
                  </a:lnTo>
                  <a:lnTo>
                    <a:pt x="537199" y="656444"/>
                  </a:lnTo>
                  <a:lnTo>
                    <a:pt x="521973" y="657512"/>
                  </a:lnTo>
                  <a:lnTo>
                    <a:pt x="518871" y="655895"/>
                  </a:lnTo>
                  <a:lnTo>
                    <a:pt x="518204" y="649825"/>
                  </a:lnTo>
                  <a:lnTo>
                    <a:pt x="511465" y="629150"/>
                  </a:lnTo>
                  <a:lnTo>
                    <a:pt x="517426" y="621003"/>
                  </a:lnTo>
                  <a:lnTo>
                    <a:pt x="520053" y="613087"/>
                  </a:lnTo>
                  <a:lnTo>
                    <a:pt x="515163" y="606348"/>
                  </a:lnTo>
                  <a:lnTo>
                    <a:pt x="516446" y="598681"/>
                  </a:lnTo>
                  <a:lnTo>
                    <a:pt x="520255" y="590934"/>
                  </a:lnTo>
                  <a:lnTo>
                    <a:pt x="517921" y="572924"/>
                  </a:lnTo>
                  <a:lnTo>
                    <a:pt x="533036" y="563380"/>
                  </a:lnTo>
                  <a:lnTo>
                    <a:pt x="547727" y="556671"/>
                  </a:lnTo>
                  <a:lnTo>
                    <a:pt x="578857" y="553247"/>
                  </a:lnTo>
                  <a:lnTo>
                    <a:pt x="575775" y="536805"/>
                  </a:lnTo>
                  <a:lnTo>
                    <a:pt x="588374" y="536066"/>
                  </a:lnTo>
                  <a:lnTo>
                    <a:pt x="609582" y="516289"/>
                  </a:lnTo>
                  <a:lnTo>
                    <a:pt x="630608" y="519764"/>
                  </a:lnTo>
                  <a:lnTo>
                    <a:pt x="661020" y="506186"/>
                  </a:lnTo>
                  <a:lnTo>
                    <a:pt x="719601" y="506376"/>
                  </a:lnTo>
                  <a:lnTo>
                    <a:pt x="727583" y="498539"/>
                  </a:lnTo>
                  <a:lnTo>
                    <a:pt x="726188" y="490663"/>
                  </a:lnTo>
                  <a:lnTo>
                    <a:pt x="726380" y="482277"/>
                  </a:lnTo>
                  <a:lnTo>
                    <a:pt x="737393" y="484623"/>
                  </a:lnTo>
                  <a:lnTo>
                    <a:pt x="755812" y="483165"/>
                  </a:lnTo>
                  <a:lnTo>
                    <a:pt x="824830" y="499677"/>
                  </a:lnTo>
                  <a:lnTo>
                    <a:pt x="841815" y="499677"/>
                  </a:lnTo>
                  <a:lnTo>
                    <a:pt x="865306" y="516469"/>
                  </a:lnTo>
                  <a:lnTo>
                    <a:pt x="877996" y="520792"/>
                  </a:lnTo>
                  <a:lnTo>
                    <a:pt x="915359" y="520822"/>
                  </a:lnTo>
                  <a:lnTo>
                    <a:pt x="972960" y="528239"/>
                  </a:lnTo>
                  <a:lnTo>
                    <a:pt x="984266" y="516868"/>
                  </a:lnTo>
                  <a:lnTo>
                    <a:pt x="985368" y="513913"/>
                  </a:lnTo>
                  <a:lnTo>
                    <a:pt x="990884" y="520273"/>
                  </a:lnTo>
                  <a:lnTo>
                    <a:pt x="997836" y="530515"/>
                  </a:lnTo>
                  <a:lnTo>
                    <a:pt x="999705" y="536376"/>
                  </a:lnTo>
                  <a:lnTo>
                    <a:pt x="997351" y="539820"/>
                  </a:lnTo>
                  <a:lnTo>
                    <a:pt x="990420" y="542745"/>
                  </a:lnTo>
                  <a:lnTo>
                    <a:pt x="988843" y="545900"/>
                  </a:lnTo>
                  <a:lnTo>
                    <a:pt x="985772" y="551241"/>
                  </a:lnTo>
                  <a:lnTo>
                    <a:pt x="977679" y="552199"/>
                  </a:lnTo>
                  <a:lnTo>
                    <a:pt x="973486" y="556162"/>
                  </a:lnTo>
                  <a:lnTo>
                    <a:pt x="968505" y="573533"/>
                  </a:lnTo>
                  <a:lnTo>
                    <a:pt x="958997" y="602295"/>
                  </a:lnTo>
                  <a:lnTo>
                    <a:pt x="944943" y="624178"/>
                  </a:lnTo>
                  <a:lnTo>
                    <a:pt x="933698" y="636178"/>
                  </a:lnTo>
                  <a:lnTo>
                    <a:pt x="928666" y="645372"/>
                  </a:lnTo>
                  <a:lnTo>
                    <a:pt x="925534" y="656424"/>
                  </a:lnTo>
                  <a:lnTo>
                    <a:pt x="924796" y="667505"/>
                  </a:lnTo>
                  <a:lnTo>
                    <a:pt x="935587" y="728393"/>
                  </a:lnTo>
                  <a:lnTo>
                    <a:pt x="935456" y="739384"/>
                  </a:lnTo>
                  <a:lnTo>
                    <a:pt x="932920" y="750675"/>
                  </a:lnTo>
                  <a:lnTo>
                    <a:pt x="931081" y="762166"/>
                  </a:lnTo>
                  <a:lnTo>
                    <a:pt x="932596" y="772129"/>
                  </a:lnTo>
                  <a:lnTo>
                    <a:pt x="939699" y="789150"/>
                  </a:lnTo>
                  <a:lnTo>
                    <a:pt x="947257" y="814538"/>
                  </a:lnTo>
                  <a:lnTo>
                    <a:pt x="950288" y="830750"/>
                  </a:lnTo>
                  <a:lnTo>
                    <a:pt x="955309" y="836710"/>
                  </a:lnTo>
                  <a:lnTo>
                    <a:pt x="960149" y="841073"/>
                  </a:lnTo>
                  <a:lnTo>
                    <a:pt x="961159" y="843818"/>
                  </a:lnTo>
                  <a:lnTo>
                    <a:pt x="960998" y="846673"/>
                  </a:lnTo>
                  <a:lnTo>
                    <a:pt x="958502" y="849888"/>
                  </a:lnTo>
                  <a:lnTo>
                    <a:pt x="936698" y="858394"/>
                  </a:lnTo>
                  <a:lnTo>
                    <a:pt x="933869" y="865592"/>
                  </a:lnTo>
                  <a:lnTo>
                    <a:pt x="931515" y="873618"/>
                  </a:lnTo>
                  <a:lnTo>
                    <a:pt x="921997" y="885508"/>
                  </a:lnTo>
                  <a:lnTo>
                    <a:pt x="919078" y="896599"/>
                  </a:lnTo>
                  <a:lnTo>
                    <a:pt x="917269" y="909328"/>
                  </a:lnTo>
                  <a:lnTo>
                    <a:pt x="917026" y="91386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3154705" y="2131961"/>
              <a:ext cx="980083" cy="1050500"/>
            </a:xfrm>
            <a:custGeom>
              <a:avLst/>
              <a:pathLst>
                <a:path w="980083" h="1050500">
                  <a:moveTo>
                    <a:pt x="914400" y="914400"/>
                  </a:moveTo>
                  <a:lnTo>
                    <a:pt x="921169" y="912832"/>
                  </a:lnTo>
                  <a:lnTo>
                    <a:pt x="928029" y="909388"/>
                  </a:lnTo>
                  <a:lnTo>
                    <a:pt x="942942" y="912622"/>
                  </a:lnTo>
                  <a:lnTo>
                    <a:pt x="976941" y="937610"/>
                  </a:lnTo>
                  <a:lnTo>
                    <a:pt x="980083" y="944289"/>
                  </a:lnTo>
                  <a:lnTo>
                    <a:pt x="959795" y="947324"/>
                  </a:lnTo>
                  <a:lnTo>
                    <a:pt x="955188" y="954991"/>
                  </a:lnTo>
                  <a:lnTo>
                    <a:pt x="950308" y="960342"/>
                  </a:lnTo>
                  <a:lnTo>
                    <a:pt x="944559" y="962069"/>
                  </a:lnTo>
                  <a:lnTo>
                    <a:pt x="934758" y="972821"/>
                  </a:lnTo>
                  <a:lnTo>
                    <a:pt x="921502" y="983124"/>
                  </a:lnTo>
                  <a:lnTo>
                    <a:pt x="918734" y="989303"/>
                  </a:lnTo>
                  <a:lnTo>
                    <a:pt x="894748" y="988165"/>
                  </a:lnTo>
                  <a:lnTo>
                    <a:pt x="881633" y="992069"/>
                  </a:lnTo>
                  <a:lnTo>
                    <a:pt x="871045" y="1003599"/>
                  </a:lnTo>
                  <a:lnTo>
                    <a:pt x="866700" y="1025872"/>
                  </a:lnTo>
                  <a:lnTo>
                    <a:pt x="858951" y="1043253"/>
                  </a:lnTo>
                  <a:lnTo>
                    <a:pt x="851070" y="1049542"/>
                  </a:lnTo>
                  <a:lnTo>
                    <a:pt x="842855" y="1050500"/>
                  </a:lnTo>
                  <a:lnTo>
                    <a:pt x="840905" y="1043971"/>
                  </a:lnTo>
                  <a:lnTo>
                    <a:pt x="841683" y="1037452"/>
                  </a:lnTo>
                  <a:lnTo>
                    <a:pt x="859001" y="1012884"/>
                  </a:lnTo>
                  <a:lnTo>
                    <a:pt x="862598" y="1004907"/>
                  </a:lnTo>
                  <a:lnTo>
                    <a:pt x="853980" y="1001363"/>
                  </a:lnTo>
                  <a:lnTo>
                    <a:pt x="846755" y="992838"/>
                  </a:lnTo>
                  <a:lnTo>
                    <a:pt x="830984" y="982824"/>
                  </a:lnTo>
                  <a:lnTo>
                    <a:pt x="828124" y="974788"/>
                  </a:lnTo>
                  <a:lnTo>
                    <a:pt x="831903" y="974189"/>
                  </a:lnTo>
                  <a:lnTo>
                    <a:pt x="835358" y="971883"/>
                  </a:lnTo>
                  <a:lnTo>
                    <a:pt x="839562" y="965144"/>
                  </a:lnTo>
                  <a:lnTo>
                    <a:pt x="841532" y="957407"/>
                  </a:lnTo>
                  <a:lnTo>
                    <a:pt x="828933" y="934815"/>
                  </a:lnTo>
                  <a:lnTo>
                    <a:pt x="835358" y="931321"/>
                  </a:lnTo>
                  <a:lnTo>
                    <a:pt x="843371" y="932140"/>
                  </a:lnTo>
                  <a:lnTo>
                    <a:pt x="851595" y="938709"/>
                  </a:lnTo>
                  <a:lnTo>
                    <a:pt x="860618" y="931002"/>
                  </a:lnTo>
                  <a:lnTo>
                    <a:pt x="864447" y="929863"/>
                  </a:lnTo>
                  <a:lnTo>
                    <a:pt x="870762" y="932609"/>
                  </a:lnTo>
                  <a:lnTo>
                    <a:pt x="877127" y="917704"/>
                  </a:lnTo>
                  <a:lnTo>
                    <a:pt x="892262" y="912792"/>
                  </a:lnTo>
                  <a:lnTo>
                    <a:pt x="899769" y="908190"/>
                  </a:lnTo>
                  <a:lnTo>
                    <a:pt x="907054" y="90944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3170568" y="2095073"/>
              <a:ext cx="931677" cy="932279"/>
            </a:xfrm>
            <a:custGeom>
              <a:avLst/>
              <a:pathLst>
                <a:path w="931677" h="932279">
                  <a:moveTo>
                    <a:pt x="914400" y="914400"/>
                  </a:moveTo>
                  <a:lnTo>
                    <a:pt x="909348" y="910356"/>
                  </a:lnTo>
                  <a:lnTo>
                    <a:pt x="906701" y="905514"/>
                  </a:lnTo>
                  <a:lnTo>
                    <a:pt x="895748" y="928356"/>
                  </a:lnTo>
                  <a:lnTo>
                    <a:pt x="883412" y="932279"/>
                  </a:lnTo>
                  <a:lnTo>
                    <a:pt x="876218" y="927767"/>
                  </a:lnTo>
                  <a:lnTo>
                    <a:pt x="876864" y="919231"/>
                  </a:lnTo>
                  <a:lnTo>
                    <a:pt x="869842" y="896829"/>
                  </a:lnTo>
                  <a:lnTo>
                    <a:pt x="859122" y="890270"/>
                  </a:lnTo>
                  <a:lnTo>
                    <a:pt x="844068" y="889651"/>
                  </a:lnTo>
                  <a:lnTo>
                    <a:pt x="833136" y="880427"/>
                  </a:lnTo>
                  <a:lnTo>
                    <a:pt x="875177" y="874147"/>
                  </a:lnTo>
                  <a:lnTo>
                    <a:pt x="879522" y="863485"/>
                  </a:lnTo>
                  <a:lnTo>
                    <a:pt x="888069" y="852294"/>
                  </a:lnTo>
                  <a:lnTo>
                    <a:pt x="894505" y="851086"/>
                  </a:lnTo>
                  <a:lnTo>
                    <a:pt x="899971" y="853682"/>
                  </a:lnTo>
                  <a:lnTo>
                    <a:pt x="901002" y="862357"/>
                  </a:lnTo>
                  <a:lnTo>
                    <a:pt x="902376" y="865811"/>
                  </a:lnTo>
                  <a:lnTo>
                    <a:pt x="921452" y="870693"/>
                  </a:lnTo>
                  <a:lnTo>
                    <a:pt x="928878" y="885288"/>
                  </a:lnTo>
                  <a:lnTo>
                    <a:pt x="931677" y="902849"/>
                  </a:lnTo>
                  <a:lnTo>
                    <a:pt x="922887" y="90428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3213882" y="2143621"/>
              <a:ext cx="924342" cy="914400"/>
            </a:xfrm>
            <a:custGeom>
              <a:avLst/>
              <a:pathLst>
                <a:path w="924342" h="914400">
                  <a:moveTo>
                    <a:pt x="914399" y="914400"/>
                  </a:moveTo>
                  <a:lnTo>
                    <a:pt x="894030" y="899864"/>
                  </a:lnTo>
                  <a:lnTo>
                    <a:pt x="898749" y="890021"/>
                  </a:lnTo>
                  <a:lnTo>
                    <a:pt x="904579" y="886157"/>
                  </a:lnTo>
                  <a:lnTo>
                    <a:pt x="921896" y="892197"/>
                  </a:lnTo>
                  <a:lnTo>
                    <a:pt x="924342" y="907132"/>
                  </a:lnTo>
                  <a:lnTo>
                    <a:pt x="923008" y="912283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2107965" y="2727349"/>
              <a:ext cx="918249" cy="1100936"/>
            </a:xfrm>
            <a:custGeom>
              <a:avLst/>
              <a:pathLst>
                <a:path w="918249" h="1100936">
                  <a:moveTo>
                    <a:pt x="914400" y="914400"/>
                  </a:moveTo>
                  <a:lnTo>
                    <a:pt x="911712" y="920359"/>
                  </a:lnTo>
                  <a:lnTo>
                    <a:pt x="907761" y="924283"/>
                  </a:lnTo>
                  <a:lnTo>
                    <a:pt x="897425" y="928446"/>
                  </a:lnTo>
                  <a:lnTo>
                    <a:pt x="888473" y="934256"/>
                  </a:lnTo>
                  <a:lnTo>
                    <a:pt x="880492" y="944469"/>
                  </a:lnTo>
                  <a:lnTo>
                    <a:pt x="877551" y="959064"/>
                  </a:lnTo>
                  <a:lnTo>
                    <a:pt x="883795" y="969746"/>
                  </a:lnTo>
                  <a:lnTo>
                    <a:pt x="895152" y="975597"/>
                  </a:lnTo>
                  <a:lnTo>
                    <a:pt x="898042" y="995932"/>
                  </a:lnTo>
                  <a:lnTo>
                    <a:pt x="888665" y="1005965"/>
                  </a:lnTo>
                  <a:lnTo>
                    <a:pt x="864609" y="1015979"/>
                  </a:lnTo>
                  <a:lnTo>
                    <a:pt x="862083" y="1040148"/>
                  </a:lnTo>
                  <a:lnTo>
                    <a:pt x="862861" y="1059196"/>
                  </a:lnTo>
                  <a:lnTo>
                    <a:pt x="862426" y="1073043"/>
                  </a:lnTo>
                  <a:lnTo>
                    <a:pt x="860517" y="1092200"/>
                  </a:lnTo>
                  <a:lnTo>
                    <a:pt x="841057" y="1100936"/>
                  </a:lnTo>
                  <a:lnTo>
                    <a:pt x="828498" y="1071755"/>
                  </a:lnTo>
                  <a:lnTo>
                    <a:pt x="828387" y="1060074"/>
                  </a:lnTo>
                  <a:lnTo>
                    <a:pt x="824638" y="1046437"/>
                  </a:lnTo>
                  <a:lnTo>
                    <a:pt x="823931" y="1034817"/>
                  </a:lnTo>
                  <a:lnTo>
                    <a:pt x="819486" y="1016228"/>
                  </a:lnTo>
                  <a:lnTo>
                    <a:pt x="801077" y="1011197"/>
                  </a:lnTo>
                  <a:lnTo>
                    <a:pt x="793933" y="1010538"/>
                  </a:lnTo>
                  <a:lnTo>
                    <a:pt x="783941" y="1013992"/>
                  </a:lnTo>
                  <a:lnTo>
                    <a:pt x="781465" y="1012644"/>
                  </a:lnTo>
                  <a:lnTo>
                    <a:pt x="769503" y="987257"/>
                  </a:lnTo>
                  <a:lnTo>
                    <a:pt x="771473" y="959244"/>
                  </a:lnTo>
                  <a:lnTo>
                    <a:pt x="765087" y="945108"/>
                  </a:lnTo>
                  <a:lnTo>
                    <a:pt x="764208" y="938709"/>
                  </a:lnTo>
                  <a:lnTo>
                    <a:pt x="764360" y="931621"/>
                  </a:lnTo>
                  <a:lnTo>
                    <a:pt x="759116" y="925780"/>
                  </a:lnTo>
                  <a:lnTo>
                    <a:pt x="752751" y="922686"/>
                  </a:lnTo>
                  <a:lnTo>
                    <a:pt x="749659" y="906922"/>
                  </a:lnTo>
                  <a:lnTo>
                    <a:pt x="756974" y="903099"/>
                  </a:lnTo>
                  <a:lnTo>
                    <a:pt x="775060" y="904945"/>
                  </a:lnTo>
                  <a:lnTo>
                    <a:pt x="780344" y="903867"/>
                  </a:lnTo>
                  <a:lnTo>
                    <a:pt x="785184" y="900583"/>
                  </a:lnTo>
                  <a:lnTo>
                    <a:pt x="799814" y="874666"/>
                  </a:lnTo>
                  <a:lnTo>
                    <a:pt x="799389" y="868956"/>
                  </a:lnTo>
                  <a:lnTo>
                    <a:pt x="800955" y="861548"/>
                  </a:lnTo>
                  <a:lnTo>
                    <a:pt x="816788" y="858803"/>
                  </a:lnTo>
                  <a:lnTo>
                    <a:pt x="823840" y="868816"/>
                  </a:lnTo>
                  <a:lnTo>
                    <a:pt x="822426" y="884849"/>
                  </a:lnTo>
                  <a:lnTo>
                    <a:pt x="823325" y="905395"/>
                  </a:lnTo>
                  <a:lnTo>
                    <a:pt x="832913" y="910985"/>
                  </a:lnTo>
                  <a:lnTo>
                    <a:pt x="836652" y="911804"/>
                  </a:lnTo>
                  <a:lnTo>
                    <a:pt x="840643" y="896629"/>
                  </a:lnTo>
                  <a:lnTo>
                    <a:pt x="843441" y="889252"/>
                  </a:lnTo>
                  <a:lnTo>
                    <a:pt x="847240" y="885139"/>
                  </a:lnTo>
                  <a:lnTo>
                    <a:pt x="848534" y="871272"/>
                  </a:lnTo>
                  <a:lnTo>
                    <a:pt x="846281" y="862806"/>
                  </a:lnTo>
                  <a:lnTo>
                    <a:pt x="841481" y="856497"/>
                  </a:lnTo>
                  <a:lnTo>
                    <a:pt x="859405" y="839326"/>
                  </a:lnTo>
                  <a:lnTo>
                    <a:pt x="877956" y="825729"/>
                  </a:lnTo>
                  <a:lnTo>
                    <a:pt x="888746" y="825020"/>
                  </a:lnTo>
                  <a:lnTo>
                    <a:pt x="899608" y="828344"/>
                  </a:lnTo>
                  <a:lnTo>
                    <a:pt x="909701" y="832937"/>
                  </a:lnTo>
                  <a:lnTo>
                    <a:pt x="915177" y="836890"/>
                  </a:lnTo>
                  <a:lnTo>
                    <a:pt x="918249" y="843239"/>
                  </a:lnTo>
                  <a:lnTo>
                    <a:pt x="911480" y="858374"/>
                  </a:lnTo>
                  <a:lnTo>
                    <a:pt x="909600" y="866660"/>
                  </a:lnTo>
                  <a:lnTo>
                    <a:pt x="914147" y="893934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1813493" y="2903063"/>
              <a:ext cx="1038675" cy="918333"/>
            </a:xfrm>
            <a:custGeom>
              <a:avLst/>
              <a:pathLst>
                <a:path w="1038675" h="918333">
                  <a:moveTo>
                    <a:pt x="914400" y="914400"/>
                  </a:moveTo>
                  <a:lnTo>
                    <a:pt x="907802" y="912593"/>
                  </a:lnTo>
                  <a:lnTo>
                    <a:pt x="903104" y="908290"/>
                  </a:lnTo>
                  <a:lnTo>
                    <a:pt x="890989" y="911355"/>
                  </a:lnTo>
                  <a:lnTo>
                    <a:pt x="874773" y="918333"/>
                  </a:lnTo>
                  <a:lnTo>
                    <a:pt x="865771" y="917983"/>
                  </a:lnTo>
                  <a:lnTo>
                    <a:pt x="858617" y="910486"/>
                  </a:lnTo>
                  <a:lnTo>
                    <a:pt x="829347" y="899804"/>
                  </a:lnTo>
                  <a:lnTo>
                    <a:pt x="824618" y="898946"/>
                  </a:lnTo>
                  <a:lnTo>
                    <a:pt x="805280" y="898476"/>
                  </a:lnTo>
                  <a:lnTo>
                    <a:pt x="804360" y="881605"/>
                  </a:lnTo>
                  <a:lnTo>
                    <a:pt x="801966" y="869415"/>
                  </a:lnTo>
                  <a:lnTo>
                    <a:pt x="795206" y="851276"/>
                  </a:lnTo>
                  <a:lnTo>
                    <a:pt x="805229" y="846903"/>
                  </a:lnTo>
                  <a:lnTo>
                    <a:pt x="803289" y="811553"/>
                  </a:lnTo>
                  <a:lnTo>
                    <a:pt x="799652" y="793223"/>
                  </a:lnTo>
                  <a:lnTo>
                    <a:pt x="771655" y="774395"/>
                  </a:lnTo>
                  <a:lnTo>
                    <a:pt x="749598" y="756096"/>
                  </a:lnTo>
                  <a:lnTo>
                    <a:pt x="754691" y="694480"/>
                  </a:lnTo>
                  <a:lnTo>
                    <a:pt x="756863" y="677878"/>
                  </a:lnTo>
                  <a:lnTo>
                    <a:pt x="748497" y="645672"/>
                  </a:lnTo>
                  <a:lnTo>
                    <a:pt x="749366" y="608604"/>
                  </a:lnTo>
                  <a:lnTo>
                    <a:pt x="752892" y="550192"/>
                  </a:lnTo>
                  <a:lnTo>
                    <a:pt x="759904" y="547906"/>
                  </a:lnTo>
                  <a:lnTo>
                    <a:pt x="765047" y="548186"/>
                  </a:lnTo>
                  <a:lnTo>
                    <a:pt x="784881" y="558668"/>
                  </a:lnTo>
                  <a:lnTo>
                    <a:pt x="793135" y="559716"/>
                  </a:lnTo>
                  <a:lnTo>
                    <a:pt x="798793" y="569081"/>
                  </a:lnTo>
                  <a:lnTo>
                    <a:pt x="805421" y="572934"/>
                  </a:lnTo>
                  <a:lnTo>
                    <a:pt x="810221" y="562991"/>
                  </a:lnTo>
                  <a:lnTo>
                    <a:pt x="812090" y="545989"/>
                  </a:lnTo>
                  <a:lnTo>
                    <a:pt x="827811" y="523986"/>
                  </a:lnTo>
                  <a:lnTo>
                    <a:pt x="838824" y="515860"/>
                  </a:lnTo>
                  <a:lnTo>
                    <a:pt x="846331" y="511967"/>
                  </a:lnTo>
                  <a:lnTo>
                    <a:pt x="853909" y="520842"/>
                  </a:lnTo>
                  <a:lnTo>
                    <a:pt x="859708" y="530815"/>
                  </a:lnTo>
                  <a:lnTo>
                    <a:pt x="861082" y="508992"/>
                  </a:lnTo>
                  <a:lnTo>
                    <a:pt x="865760" y="467422"/>
                  </a:lnTo>
                  <a:lnTo>
                    <a:pt x="850817" y="460893"/>
                  </a:lnTo>
                  <a:lnTo>
                    <a:pt x="838642" y="466523"/>
                  </a:lnTo>
                  <a:lnTo>
                    <a:pt x="826568" y="492869"/>
                  </a:lnTo>
                  <a:lnTo>
                    <a:pt x="815798" y="525983"/>
                  </a:lnTo>
                  <a:lnTo>
                    <a:pt x="798329" y="529028"/>
                  </a:lnTo>
                  <a:lnTo>
                    <a:pt x="784385" y="538402"/>
                  </a:lnTo>
                  <a:lnTo>
                    <a:pt x="771796" y="528679"/>
                  </a:lnTo>
                  <a:lnTo>
                    <a:pt x="763683" y="520113"/>
                  </a:lnTo>
                  <a:lnTo>
                    <a:pt x="763481" y="507574"/>
                  </a:lnTo>
                  <a:lnTo>
                    <a:pt x="765320" y="500007"/>
                  </a:lnTo>
                  <a:lnTo>
                    <a:pt x="780112" y="473002"/>
                  </a:lnTo>
                  <a:lnTo>
                    <a:pt x="799925" y="447066"/>
                  </a:lnTo>
                  <a:lnTo>
                    <a:pt x="819890" y="447316"/>
                  </a:lnTo>
                  <a:lnTo>
                    <a:pt x="834449" y="439029"/>
                  </a:lnTo>
                  <a:lnTo>
                    <a:pt x="843148" y="438041"/>
                  </a:lnTo>
                  <a:lnTo>
                    <a:pt x="870307" y="439858"/>
                  </a:lnTo>
                  <a:lnTo>
                    <a:pt x="884250" y="434178"/>
                  </a:lnTo>
                  <a:lnTo>
                    <a:pt x="896738" y="422288"/>
                  </a:lnTo>
                  <a:lnTo>
                    <a:pt x="923725" y="372002"/>
                  </a:lnTo>
                  <a:lnTo>
                    <a:pt x="938951" y="351038"/>
                  </a:lnTo>
                  <a:lnTo>
                    <a:pt x="969656" y="343660"/>
                  </a:lnTo>
                  <a:lnTo>
                    <a:pt x="998028" y="319461"/>
                  </a:lnTo>
                  <a:lnTo>
                    <a:pt x="1005959" y="319151"/>
                  </a:lnTo>
                  <a:lnTo>
                    <a:pt x="992612" y="337191"/>
                  </a:lnTo>
                  <a:lnTo>
                    <a:pt x="990470" y="344169"/>
                  </a:lnTo>
                  <a:lnTo>
                    <a:pt x="988853" y="354871"/>
                  </a:lnTo>
                  <a:lnTo>
                    <a:pt x="998422" y="378112"/>
                  </a:lnTo>
                  <a:lnTo>
                    <a:pt x="996401" y="392258"/>
                  </a:lnTo>
                  <a:lnTo>
                    <a:pt x="997078" y="420091"/>
                  </a:lnTo>
                  <a:lnTo>
                    <a:pt x="988055" y="434597"/>
                  </a:lnTo>
                  <a:lnTo>
                    <a:pt x="977871" y="465455"/>
                  </a:lnTo>
                  <a:lnTo>
                    <a:pt x="973486" y="469997"/>
                  </a:lnTo>
                  <a:lnTo>
                    <a:pt x="972546" y="506017"/>
                  </a:lnTo>
                  <a:lnTo>
                    <a:pt x="973546" y="514612"/>
                  </a:lnTo>
                  <a:lnTo>
                    <a:pt x="972102" y="547407"/>
                  </a:lnTo>
                  <a:lnTo>
                    <a:pt x="982539" y="560834"/>
                  </a:lnTo>
                  <a:lnTo>
                    <a:pt x="993572" y="567853"/>
                  </a:lnTo>
                  <a:lnTo>
                    <a:pt x="1030369" y="567603"/>
                  </a:lnTo>
                  <a:lnTo>
                    <a:pt x="1034189" y="573503"/>
                  </a:lnTo>
                  <a:lnTo>
                    <a:pt x="1038675" y="583646"/>
                  </a:lnTo>
                  <a:lnTo>
                    <a:pt x="1035391" y="600867"/>
                  </a:lnTo>
                  <a:lnTo>
                    <a:pt x="1031461" y="613855"/>
                  </a:lnTo>
                  <a:lnTo>
                    <a:pt x="1020801" y="624797"/>
                  </a:lnTo>
                  <a:lnTo>
                    <a:pt x="1007121" y="632953"/>
                  </a:lnTo>
                  <a:lnTo>
                    <a:pt x="998614" y="633313"/>
                  </a:lnTo>
                  <a:lnTo>
                    <a:pt x="987025" y="617809"/>
                  </a:lnTo>
                  <a:lnTo>
                    <a:pt x="981518" y="622840"/>
                  </a:lnTo>
                  <a:lnTo>
                    <a:pt x="975830" y="630747"/>
                  </a:lnTo>
                  <a:lnTo>
                    <a:pt x="966302" y="673175"/>
                  </a:lnTo>
                  <a:lnTo>
                    <a:pt x="961786" y="701837"/>
                  </a:lnTo>
                  <a:lnTo>
                    <a:pt x="959341" y="704163"/>
                  </a:lnTo>
                  <a:lnTo>
                    <a:pt x="953955" y="699940"/>
                  </a:lnTo>
                  <a:lnTo>
                    <a:pt x="944650" y="699611"/>
                  </a:lnTo>
                  <a:lnTo>
                    <a:pt x="932889" y="706410"/>
                  </a:lnTo>
                  <a:lnTo>
                    <a:pt x="938921" y="712489"/>
                  </a:lnTo>
                  <a:lnTo>
                    <a:pt x="945297" y="723051"/>
                  </a:lnTo>
                  <a:lnTo>
                    <a:pt x="942750" y="728343"/>
                  </a:lnTo>
                  <a:lnTo>
                    <a:pt x="932404" y="734063"/>
                  </a:lnTo>
                  <a:lnTo>
                    <a:pt x="923230" y="745633"/>
                  </a:lnTo>
                  <a:lnTo>
                    <a:pt x="919391" y="754389"/>
                  </a:lnTo>
                  <a:lnTo>
                    <a:pt x="907822" y="764751"/>
                  </a:lnTo>
                  <a:lnTo>
                    <a:pt x="900547" y="777889"/>
                  </a:lnTo>
                  <a:lnTo>
                    <a:pt x="904114" y="794172"/>
                  </a:lnTo>
                  <a:lnTo>
                    <a:pt x="905630" y="808468"/>
                  </a:lnTo>
                  <a:lnTo>
                    <a:pt x="908812" y="824261"/>
                  </a:lnTo>
                  <a:lnTo>
                    <a:pt x="905943" y="836870"/>
                  </a:lnTo>
                  <a:lnTo>
                    <a:pt x="891616" y="854960"/>
                  </a:lnTo>
                  <a:lnTo>
                    <a:pt x="886331" y="870643"/>
                  </a:lnTo>
                  <a:lnTo>
                    <a:pt x="898607" y="870443"/>
                  </a:lnTo>
                  <a:lnTo>
                    <a:pt x="906165" y="874067"/>
                  </a:lnTo>
                  <a:lnTo>
                    <a:pt x="910590" y="878700"/>
                  </a:lnTo>
                  <a:lnTo>
                    <a:pt x="915157" y="885269"/>
                  </a:lnTo>
                  <a:lnTo>
                    <a:pt x="912359" y="893385"/>
                  </a:lnTo>
                  <a:lnTo>
                    <a:pt x="915925" y="914400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1913004" y="2753385"/>
              <a:ext cx="928100" cy="1018434"/>
            </a:xfrm>
            <a:custGeom>
              <a:avLst/>
              <a:pathLst>
                <a:path w="928100" h="1018434">
                  <a:moveTo>
                    <a:pt x="914400" y="914400"/>
                  </a:moveTo>
                  <a:lnTo>
                    <a:pt x="919704" y="937151"/>
                  </a:lnTo>
                  <a:lnTo>
                    <a:pt x="928100" y="962598"/>
                  </a:lnTo>
                  <a:lnTo>
                    <a:pt x="924594" y="973250"/>
                  </a:lnTo>
                  <a:lnTo>
                    <a:pt x="926979" y="986898"/>
                  </a:lnTo>
                  <a:lnTo>
                    <a:pt x="924584" y="1001134"/>
                  </a:lnTo>
                  <a:lnTo>
                    <a:pt x="907883" y="1017686"/>
                  </a:lnTo>
                  <a:lnTo>
                    <a:pt x="889150" y="1018434"/>
                  </a:lnTo>
                  <a:lnTo>
                    <a:pt x="869681" y="1010438"/>
                  </a:lnTo>
                  <a:lnTo>
                    <a:pt x="842178" y="995044"/>
                  </a:lnTo>
                  <a:lnTo>
                    <a:pt x="839966" y="986398"/>
                  </a:lnTo>
                  <a:lnTo>
                    <a:pt x="836106" y="981606"/>
                  </a:lnTo>
                  <a:lnTo>
                    <a:pt x="828751" y="955371"/>
                  </a:lnTo>
                  <a:lnTo>
                    <a:pt x="828922" y="923015"/>
                  </a:lnTo>
                  <a:lnTo>
                    <a:pt x="842744" y="918962"/>
                  </a:lnTo>
                  <a:lnTo>
                    <a:pt x="872944" y="903518"/>
                  </a:lnTo>
                  <a:lnTo>
                    <a:pt x="879926" y="905944"/>
                  </a:lnTo>
                  <a:lnTo>
                    <a:pt x="887211" y="913840"/>
                  </a:lnTo>
                  <a:lnTo>
                    <a:pt x="895597" y="914310"/>
                  </a:lnTo>
                  <a:lnTo>
                    <a:pt x="907771" y="903109"/>
                  </a:lnTo>
                  <a:lnTo>
                    <a:pt x="910085" y="903727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2001108" y="2902234"/>
              <a:ext cx="937941" cy="955440"/>
            </a:xfrm>
            <a:custGeom>
              <a:avLst/>
              <a:pathLst>
                <a:path w="937941" h="955440">
                  <a:moveTo>
                    <a:pt x="914400" y="914399"/>
                  </a:moveTo>
                  <a:lnTo>
                    <a:pt x="926787" y="913671"/>
                  </a:lnTo>
                  <a:lnTo>
                    <a:pt x="935213" y="918932"/>
                  </a:lnTo>
                  <a:lnTo>
                    <a:pt x="937224" y="927058"/>
                  </a:lnTo>
                  <a:lnTo>
                    <a:pt x="937941" y="945098"/>
                  </a:lnTo>
                  <a:lnTo>
                    <a:pt x="929090" y="950359"/>
                  </a:lnTo>
                  <a:lnTo>
                    <a:pt x="919320" y="948572"/>
                  </a:lnTo>
                  <a:lnTo>
                    <a:pt x="906024" y="955440"/>
                  </a:lnTo>
                  <a:lnTo>
                    <a:pt x="862376" y="925950"/>
                  </a:lnTo>
                  <a:lnTo>
                    <a:pt x="863012" y="901361"/>
                  </a:lnTo>
                  <a:lnTo>
                    <a:pt x="864760" y="891708"/>
                  </a:lnTo>
                  <a:lnTo>
                    <a:pt x="885442" y="889412"/>
                  </a:lnTo>
                  <a:lnTo>
                    <a:pt x="896092" y="90171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1913307" y="2919515"/>
              <a:ext cx="941437" cy="914400"/>
            </a:xfrm>
            <a:custGeom>
              <a:avLst/>
              <a:pathLst>
                <a:path w="941437" h="914400">
                  <a:moveTo>
                    <a:pt x="914400" y="914400"/>
                  </a:moveTo>
                  <a:lnTo>
                    <a:pt x="908166" y="897837"/>
                  </a:lnTo>
                  <a:lnTo>
                    <a:pt x="907357" y="892656"/>
                  </a:lnTo>
                  <a:lnTo>
                    <a:pt x="914682" y="882054"/>
                  </a:lnTo>
                  <a:lnTo>
                    <a:pt x="919421" y="870044"/>
                  </a:lnTo>
                  <a:lnTo>
                    <a:pt x="931677" y="851605"/>
                  </a:lnTo>
                  <a:lnTo>
                    <a:pt x="938739" y="830002"/>
                  </a:lnTo>
                  <a:lnTo>
                    <a:pt x="941437" y="830341"/>
                  </a:lnTo>
                  <a:lnTo>
                    <a:pt x="938305" y="849579"/>
                  </a:lnTo>
                  <a:lnTo>
                    <a:pt x="922210" y="903238"/>
                  </a:lnTo>
                  <a:lnTo>
                    <a:pt x="918987" y="913241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2101741" y="2877436"/>
              <a:ext cx="918350" cy="926339"/>
            </a:xfrm>
            <a:custGeom>
              <a:avLst/>
              <a:pathLst>
                <a:path w="918350" h="926339">
                  <a:moveTo>
                    <a:pt x="914400" y="914400"/>
                  </a:moveTo>
                  <a:lnTo>
                    <a:pt x="898517" y="912163"/>
                  </a:lnTo>
                  <a:lnTo>
                    <a:pt x="880613" y="926339"/>
                  </a:lnTo>
                  <a:lnTo>
                    <a:pt x="873823" y="921857"/>
                  </a:lnTo>
                  <a:lnTo>
                    <a:pt x="876389" y="912802"/>
                  </a:lnTo>
                  <a:lnTo>
                    <a:pt x="878259" y="909508"/>
                  </a:lnTo>
                  <a:lnTo>
                    <a:pt x="884280" y="905664"/>
                  </a:lnTo>
                  <a:lnTo>
                    <a:pt x="888302" y="900044"/>
                  </a:lnTo>
                  <a:lnTo>
                    <a:pt x="889878" y="891248"/>
                  </a:lnTo>
                  <a:lnTo>
                    <a:pt x="893606" y="895990"/>
                  </a:lnTo>
                  <a:lnTo>
                    <a:pt x="904690" y="897977"/>
                  </a:lnTo>
                  <a:lnTo>
                    <a:pt x="910105" y="900782"/>
                  </a:lnTo>
                  <a:lnTo>
                    <a:pt x="914632" y="904905"/>
                  </a:lnTo>
                  <a:lnTo>
                    <a:pt x="918350" y="911355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2108005" y="2754124"/>
              <a:ext cx="924139" cy="914399"/>
            </a:xfrm>
            <a:custGeom>
              <a:avLst/>
              <a:pathLst>
                <a:path w="924139" h="914399">
                  <a:moveTo>
                    <a:pt x="914400" y="914399"/>
                  </a:moveTo>
                  <a:lnTo>
                    <a:pt x="912258" y="913940"/>
                  </a:lnTo>
                  <a:lnTo>
                    <a:pt x="909095" y="902010"/>
                  </a:lnTo>
                  <a:lnTo>
                    <a:pt x="914228" y="894753"/>
                  </a:lnTo>
                  <a:lnTo>
                    <a:pt x="917259" y="888593"/>
                  </a:lnTo>
                  <a:lnTo>
                    <a:pt x="919411" y="888773"/>
                  </a:lnTo>
                  <a:lnTo>
                    <a:pt x="922351" y="895431"/>
                  </a:lnTo>
                  <a:lnTo>
                    <a:pt x="924139" y="905704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1885118" y="2900687"/>
              <a:ext cx="923462" cy="914400"/>
            </a:xfrm>
            <a:custGeom>
              <a:avLst/>
              <a:pathLst>
                <a:path w="923462" h="914400">
                  <a:moveTo>
                    <a:pt x="914400" y="914400"/>
                  </a:moveTo>
                  <a:lnTo>
                    <a:pt x="906458" y="909947"/>
                  </a:lnTo>
                  <a:lnTo>
                    <a:pt x="893535" y="893175"/>
                  </a:lnTo>
                  <a:lnTo>
                    <a:pt x="891909" y="888723"/>
                  </a:lnTo>
                  <a:lnTo>
                    <a:pt x="898698" y="891568"/>
                  </a:lnTo>
                  <a:lnTo>
                    <a:pt x="907125" y="900333"/>
                  </a:lnTo>
                  <a:lnTo>
                    <a:pt x="914026" y="902200"/>
                  </a:lnTo>
                  <a:lnTo>
                    <a:pt x="923462" y="909618"/>
                  </a:lnTo>
                  <a:lnTo>
                    <a:pt x="921341" y="912273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1837510" y="2893469"/>
              <a:ext cx="925170" cy="914400"/>
            </a:xfrm>
            <a:custGeom>
              <a:avLst/>
              <a:pathLst>
                <a:path w="925170" h="914400">
                  <a:moveTo>
                    <a:pt x="914400" y="914400"/>
                  </a:moveTo>
                  <a:lnTo>
                    <a:pt x="908893" y="909458"/>
                  </a:lnTo>
                  <a:lnTo>
                    <a:pt x="898789" y="907541"/>
                  </a:lnTo>
                  <a:lnTo>
                    <a:pt x="895162" y="876074"/>
                  </a:lnTo>
                  <a:lnTo>
                    <a:pt x="896203" y="874207"/>
                  </a:lnTo>
                  <a:lnTo>
                    <a:pt x="901285" y="876413"/>
                  </a:lnTo>
                  <a:lnTo>
                    <a:pt x="918714" y="891089"/>
                  </a:lnTo>
                  <a:lnTo>
                    <a:pt x="924806" y="907152"/>
                  </a:lnTo>
                  <a:lnTo>
                    <a:pt x="925170" y="911554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1903022" y="2710966"/>
              <a:ext cx="921785" cy="914400"/>
            </a:xfrm>
            <a:custGeom>
              <a:avLst/>
              <a:pathLst>
                <a:path w="921785" h="914400">
                  <a:moveTo>
                    <a:pt x="914400" y="914400"/>
                  </a:moveTo>
                  <a:lnTo>
                    <a:pt x="907842" y="910576"/>
                  </a:lnTo>
                  <a:lnTo>
                    <a:pt x="907155" y="897348"/>
                  </a:lnTo>
                  <a:lnTo>
                    <a:pt x="909641" y="885468"/>
                  </a:lnTo>
                  <a:lnTo>
                    <a:pt x="906721" y="874846"/>
                  </a:lnTo>
                  <a:lnTo>
                    <a:pt x="909934" y="868018"/>
                  </a:lnTo>
                  <a:lnTo>
                    <a:pt x="919158" y="883921"/>
                  </a:lnTo>
                  <a:lnTo>
                    <a:pt x="921785" y="891398"/>
                  </a:lnTo>
                  <a:lnTo>
                    <a:pt x="918229" y="900333"/>
                  </a:lnTo>
                  <a:lnTo>
                    <a:pt x="916158" y="910726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1946589" y="2411640"/>
              <a:ext cx="931273" cy="914400"/>
            </a:xfrm>
            <a:custGeom>
              <a:avLst/>
              <a:pathLst>
                <a:path w="931273" h="914400">
                  <a:moveTo>
                    <a:pt x="914400" y="914400"/>
                  </a:moveTo>
                  <a:lnTo>
                    <a:pt x="900163" y="907621"/>
                  </a:lnTo>
                  <a:lnTo>
                    <a:pt x="906448" y="898147"/>
                  </a:lnTo>
                  <a:lnTo>
                    <a:pt x="922088" y="893784"/>
                  </a:lnTo>
                  <a:lnTo>
                    <a:pt x="931273" y="895222"/>
                  </a:lnTo>
                  <a:lnTo>
                    <a:pt x="921169" y="904626"/>
                  </a:lnTo>
                  <a:lnTo>
                    <a:pt x="918613" y="909608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2364507" y="2866385"/>
              <a:ext cx="923331" cy="914399"/>
            </a:xfrm>
            <a:custGeom>
              <a:avLst/>
              <a:pathLst>
                <a:path w="923331" h="914399">
                  <a:moveTo>
                    <a:pt x="914400" y="914399"/>
                  </a:moveTo>
                  <a:lnTo>
                    <a:pt x="897304" y="908669"/>
                  </a:lnTo>
                  <a:lnTo>
                    <a:pt x="876470" y="894503"/>
                  </a:lnTo>
                  <a:lnTo>
                    <a:pt x="879522" y="866740"/>
                  </a:lnTo>
                  <a:lnTo>
                    <a:pt x="884866" y="854740"/>
                  </a:lnTo>
                  <a:lnTo>
                    <a:pt x="922866" y="885858"/>
                  </a:lnTo>
                  <a:lnTo>
                    <a:pt x="923331" y="897588"/>
                  </a:lnTo>
                  <a:lnTo>
                    <a:pt x="918219" y="910935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3275838" y="3253383"/>
              <a:ext cx="1808393" cy="916875"/>
            </a:xfrm>
            <a:custGeom>
              <a:avLst/>
              <a:pathLst>
                <a:path w="1808393" h="916875">
                  <a:moveTo>
                    <a:pt x="914400" y="914400"/>
                  </a:moveTo>
                  <a:lnTo>
                    <a:pt x="907165" y="881924"/>
                  </a:lnTo>
                  <a:lnTo>
                    <a:pt x="887473" y="814807"/>
                  </a:lnTo>
                  <a:lnTo>
                    <a:pt x="875652" y="745174"/>
                  </a:lnTo>
                  <a:lnTo>
                    <a:pt x="883351" y="749257"/>
                  </a:lnTo>
                  <a:lnTo>
                    <a:pt x="901416" y="750805"/>
                  </a:lnTo>
                  <a:lnTo>
                    <a:pt x="915784" y="746013"/>
                  </a:lnTo>
                  <a:lnTo>
                    <a:pt x="923220" y="745344"/>
                  </a:lnTo>
                  <a:lnTo>
                    <a:pt x="929848" y="746841"/>
                  </a:lnTo>
                  <a:lnTo>
                    <a:pt x="939719" y="744106"/>
                  </a:lnTo>
                  <a:lnTo>
                    <a:pt x="948762" y="742998"/>
                  </a:lnTo>
                  <a:lnTo>
                    <a:pt x="953450" y="749227"/>
                  </a:lnTo>
                  <a:lnTo>
                    <a:pt x="961867" y="754748"/>
                  </a:lnTo>
                  <a:lnTo>
                    <a:pt x="978477" y="746802"/>
                  </a:lnTo>
                  <a:lnTo>
                    <a:pt x="993188" y="736988"/>
                  </a:lnTo>
                  <a:lnTo>
                    <a:pt x="1008444" y="738046"/>
                  </a:lnTo>
                  <a:lnTo>
                    <a:pt x="1010627" y="733224"/>
                  </a:lnTo>
                  <a:lnTo>
                    <a:pt x="1014396" y="708536"/>
                  </a:lnTo>
                  <a:lnTo>
                    <a:pt x="1018932" y="703185"/>
                  </a:lnTo>
                  <a:lnTo>
                    <a:pt x="1037200" y="705661"/>
                  </a:lnTo>
                  <a:lnTo>
                    <a:pt x="1043959" y="701188"/>
                  </a:lnTo>
                  <a:lnTo>
                    <a:pt x="1051001" y="689059"/>
                  </a:lnTo>
                  <a:lnTo>
                    <a:pt x="1061782" y="681491"/>
                  </a:lnTo>
                  <a:lnTo>
                    <a:pt x="1070774" y="681501"/>
                  </a:lnTo>
                  <a:lnTo>
                    <a:pt x="1080140" y="673006"/>
                  </a:lnTo>
                  <a:lnTo>
                    <a:pt x="1084747" y="678696"/>
                  </a:lnTo>
                  <a:lnTo>
                    <a:pt x="1086990" y="688879"/>
                  </a:lnTo>
                  <a:lnTo>
                    <a:pt x="1083889" y="697035"/>
                  </a:lnTo>
                  <a:lnTo>
                    <a:pt x="1085232" y="700230"/>
                  </a:lnTo>
                  <a:lnTo>
                    <a:pt x="1091719" y="704263"/>
                  </a:lnTo>
                  <a:lnTo>
                    <a:pt x="1102843" y="704143"/>
                  </a:lnTo>
                  <a:lnTo>
                    <a:pt x="1109946" y="700769"/>
                  </a:lnTo>
                  <a:lnTo>
                    <a:pt x="1111603" y="696107"/>
                  </a:lnTo>
                  <a:lnTo>
                    <a:pt x="1111583" y="687641"/>
                  </a:lnTo>
                  <a:lnTo>
                    <a:pt x="1109835" y="679774"/>
                  </a:lnTo>
                  <a:lnTo>
                    <a:pt x="1105116" y="672966"/>
                  </a:lnTo>
                  <a:lnTo>
                    <a:pt x="1096256" y="669462"/>
                  </a:lnTo>
                  <a:lnTo>
                    <a:pt x="1090112" y="669342"/>
                  </a:lnTo>
                  <a:lnTo>
                    <a:pt x="1089062" y="665019"/>
                  </a:lnTo>
                  <a:lnTo>
                    <a:pt x="1091153" y="655775"/>
                  </a:lnTo>
                  <a:lnTo>
                    <a:pt x="1096609" y="638733"/>
                  </a:lnTo>
                  <a:lnTo>
                    <a:pt x="1103318" y="623319"/>
                  </a:lnTo>
                  <a:lnTo>
                    <a:pt x="1107420" y="617499"/>
                  </a:lnTo>
                  <a:lnTo>
                    <a:pt x="1108127" y="612158"/>
                  </a:lnTo>
                  <a:lnTo>
                    <a:pt x="1107329" y="602824"/>
                  </a:lnTo>
                  <a:lnTo>
                    <a:pt x="1107178" y="586092"/>
                  </a:lnTo>
                  <a:lnTo>
                    <a:pt x="1113220" y="562502"/>
                  </a:lnTo>
                  <a:lnTo>
                    <a:pt x="1121333" y="544911"/>
                  </a:lnTo>
                  <a:lnTo>
                    <a:pt x="1132214" y="539211"/>
                  </a:lnTo>
                  <a:lnTo>
                    <a:pt x="1145511" y="536116"/>
                  </a:lnTo>
                  <a:lnTo>
                    <a:pt x="1154018" y="527740"/>
                  </a:lnTo>
                  <a:lnTo>
                    <a:pt x="1158221" y="518106"/>
                  </a:lnTo>
                  <a:lnTo>
                    <a:pt x="1159818" y="509980"/>
                  </a:lnTo>
                  <a:lnTo>
                    <a:pt x="1161838" y="502952"/>
                  </a:lnTo>
                  <a:lnTo>
                    <a:pt x="1166082" y="499867"/>
                  </a:lnTo>
                  <a:lnTo>
                    <a:pt x="1198090" y="501794"/>
                  </a:lnTo>
                  <a:lnTo>
                    <a:pt x="1202981" y="486659"/>
                  </a:lnTo>
                  <a:lnTo>
                    <a:pt x="1205729" y="482426"/>
                  </a:lnTo>
                  <a:lnTo>
                    <a:pt x="1211872" y="477954"/>
                  </a:lnTo>
                  <a:lnTo>
                    <a:pt x="1216146" y="472573"/>
                  </a:lnTo>
                  <a:lnTo>
                    <a:pt x="1214539" y="468430"/>
                  </a:lnTo>
                  <a:lnTo>
                    <a:pt x="1206375" y="465754"/>
                  </a:lnTo>
                  <a:lnTo>
                    <a:pt x="1187138" y="463388"/>
                  </a:lnTo>
                  <a:lnTo>
                    <a:pt x="1183238" y="458387"/>
                  </a:lnTo>
                  <a:lnTo>
                    <a:pt x="1184471" y="452367"/>
                  </a:lnTo>
                  <a:lnTo>
                    <a:pt x="1189613" y="436783"/>
                  </a:lnTo>
                  <a:lnTo>
                    <a:pt x="1194514" y="416677"/>
                  </a:lnTo>
                  <a:lnTo>
                    <a:pt x="1197019" y="401103"/>
                  </a:lnTo>
                  <a:lnTo>
                    <a:pt x="1197302" y="391929"/>
                  </a:lnTo>
                  <a:lnTo>
                    <a:pt x="1200061" y="389453"/>
                  </a:lnTo>
                  <a:lnTo>
                    <a:pt x="1215752" y="386518"/>
                  </a:lnTo>
                  <a:lnTo>
                    <a:pt x="1220985" y="383403"/>
                  </a:lnTo>
                  <a:lnTo>
                    <a:pt x="1234494" y="362199"/>
                  </a:lnTo>
                  <a:lnTo>
                    <a:pt x="1244790" y="358595"/>
                  </a:lnTo>
                  <a:lnTo>
                    <a:pt x="1271342" y="364046"/>
                  </a:lnTo>
                  <a:lnTo>
                    <a:pt x="1283547" y="363626"/>
                  </a:lnTo>
                  <a:lnTo>
                    <a:pt x="1286861" y="364125"/>
                  </a:lnTo>
                  <a:lnTo>
                    <a:pt x="1299026" y="365094"/>
                  </a:lnTo>
                  <a:lnTo>
                    <a:pt x="1300340" y="362967"/>
                  </a:lnTo>
                  <a:lnTo>
                    <a:pt x="1305806" y="342003"/>
                  </a:lnTo>
                  <a:lnTo>
                    <a:pt x="1311181" y="335903"/>
                  </a:lnTo>
                  <a:lnTo>
                    <a:pt x="1332085" y="308379"/>
                  </a:lnTo>
                  <a:lnTo>
                    <a:pt x="1346129" y="296699"/>
                  </a:lnTo>
                  <a:lnTo>
                    <a:pt x="1355011" y="294143"/>
                  </a:lnTo>
                  <a:lnTo>
                    <a:pt x="1358123" y="294732"/>
                  </a:lnTo>
                  <a:lnTo>
                    <a:pt x="1372227" y="312522"/>
                  </a:lnTo>
                  <a:lnTo>
                    <a:pt x="1375541" y="313211"/>
                  </a:lnTo>
                  <a:lnTo>
                    <a:pt x="1383382" y="306223"/>
                  </a:lnTo>
                  <a:lnTo>
                    <a:pt x="1384928" y="305754"/>
                  </a:lnTo>
                  <a:lnTo>
                    <a:pt x="1401164" y="305145"/>
                  </a:lnTo>
                  <a:lnTo>
                    <a:pt x="1408712" y="311324"/>
                  </a:lnTo>
                  <a:lnTo>
                    <a:pt x="1414289" y="323414"/>
                  </a:lnTo>
                  <a:lnTo>
                    <a:pt x="1419462" y="333078"/>
                  </a:lnTo>
                  <a:lnTo>
                    <a:pt x="1425039" y="335693"/>
                  </a:lnTo>
                  <a:lnTo>
                    <a:pt x="1440841" y="323524"/>
                  </a:lnTo>
                  <a:lnTo>
                    <a:pt x="1449561" y="319501"/>
                  </a:lnTo>
                  <a:lnTo>
                    <a:pt x="1455320" y="319630"/>
                  </a:lnTo>
                  <a:lnTo>
                    <a:pt x="1475557" y="330522"/>
                  </a:lnTo>
                  <a:lnTo>
                    <a:pt x="1485075" y="336482"/>
                  </a:lnTo>
                  <a:lnTo>
                    <a:pt x="1487258" y="341903"/>
                  </a:lnTo>
                  <a:lnTo>
                    <a:pt x="1487450" y="348272"/>
                  </a:lnTo>
                  <a:lnTo>
                    <a:pt x="1484883" y="357746"/>
                  </a:lnTo>
                  <a:lnTo>
                    <a:pt x="1482842" y="368039"/>
                  </a:lnTo>
                  <a:lnTo>
                    <a:pt x="1489005" y="380208"/>
                  </a:lnTo>
                  <a:lnTo>
                    <a:pt x="1496169" y="388445"/>
                  </a:lnTo>
                  <a:lnTo>
                    <a:pt x="1511466" y="374827"/>
                  </a:lnTo>
                  <a:lnTo>
                    <a:pt x="1517104" y="371034"/>
                  </a:lnTo>
                  <a:lnTo>
                    <a:pt x="1523267" y="370894"/>
                  </a:lnTo>
                  <a:lnTo>
                    <a:pt x="1531522" y="365843"/>
                  </a:lnTo>
                  <a:lnTo>
                    <a:pt x="1537493" y="358235"/>
                  </a:lnTo>
                  <a:lnTo>
                    <a:pt x="1543222" y="355590"/>
                  </a:lnTo>
                  <a:lnTo>
                    <a:pt x="1554154" y="357397"/>
                  </a:lnTo>
                  <a:lnTo>
                    <a:pt x="1573907" y="355600"/>
                  </a:lnTo>
                  <a:lnTo>
                    <a:pt x="1596943" y="367540"/>
                  </a:lnTo>
                  <a:lnTo>
                    <a:pt x="1598923" y="371224"/>
                  </a:lnTo>
                  <a:lnTo>
                    <a:pt x="1610442" y="385230"/>
                  </a:lnTo>
                  <a:lnTo>
                    <a:pt x="1614463" y="392188"/>
                  </a:lnTo>
                  <a:lnTo>
                    <a:pt x="1618262" y="394395"/>
                  </a:lnTo>
                  <a:lnTo>
                    <a:pt x="1624405" y="401213"/>
                  </a:lnTo>
                  <a:lnTo>
                    <a:pt x="1632589" y="405506"/>
                  </a:lnTo>
                  <a:lnTo>
                    <a:pt x="1638297" y="404198"/>
                  </a:lnTo>
                  <a:lnTo>
                    <a:pt x="1641015" y="406474"/>
                  </a:lnTo>
                  <a:lnTo>
                    <a:pt x="1643561" y="411865"/>
                  </a:lnTo>
                  <a:lnTo>
                    <a:pt x="1643763" y="421000"/>
                  </a:lnTo>
                  <a:lnTo>
                    <a:pt x="1642915" y="447156"/>
                  </a:lnTo>
                  <a:lnTo>
                    <a:pt x="1638904" y="454723"/>
                  </a:lnTo>
                  <a:lnTo>
                    <a:pt x="1634680" y="460883"/>
                  </a:lnTo>
                  <a:lnTo>
                    <a:pt x="1633599" y="465645"/>
                  </a:lnTo>
                  <a:lnTo>
                    <a:pt x="1634003" y="471425"/>
                  </a:lnTo>
                  <a:lnTo>
                    <a:pt x="1640520" y="482726"/>
                  </a:lnTo>
                  <a:lnTo>
                    <a:pt x="1648947" y="500276"/>
                  </a:lnTo>
                  <a:lnTo>
                    <a:pt x="1650897" y="510459"/>
                  </a:lnTo>
                  <a:lnTo>
                    <a:pt x="1650897" y="518086"/>
                  </a:lnTo>
                  <a:lnTo>
                    <a:pt x="1639419" y="540529"/>
                  </a:lnTo>
                  <a:lnTo>
                    <a:pt x="1635600" y="545790"/>
                  </a:lnTo>
                  <a:lnTo>
                    <a:pt x="1632973" y="556841"/>
                  </a:lnTo>
                  <a:lnTo>
                    <a:pt x="1631578" y="568072"/>
                  </a:lnTo>
                  <a:lnTo>
                    <a:pt x="1632387" y="572724"/>
                  </a:lnTo>
                  <a:lnTo>
                    <a:pt x="1651563" y="590584"/>
                  </a:lnTo>
                  <a:lnTo>
                    <a:pt x="1665749" y="600278"/>
                  </a:lnTo>
                  <a:lnTo>
                    <a:pt x="1668942" y="605010"/>
                  </a:lnTo>
                  <a:lnTo>
                    <a:pt x="1669225" y="607955"/>
                  </a:lnTo>
                  <a:lnTo>
                    <a:pt x="1661677" y="627143"/>
                  </a:lnTo>
                  <a:lnTo>
                    <a:pt x="1660940" y="632314"/>
                  </a:lnTo>
                  <a:lnTo>
                    <a:pt x="1672316" y="640251"/>
                  </a:lnTo>
                  <a:lnTo>
                    <a:pt x="1678601" y="652790"/>
                  </a:lnTo>
                  <a:lnTo>
                    <a:pt x="1684148" y="673225"/>
                  </a:lnTo>
                  <a:lnTo>
                    <a:pt x="1694959" y="692802"/>
                  </a:lnTo>
                  <a:lnTo>
                    <a:pt x="1718217" y="710133"/>
                  </a:lnTo>
                  <a:lnTo>
                    <a:pt x="1735141" y="721434"/>
                  </a:lnTo>
                  <a:lnTo>
                    <a:pt x="1738657" y="726586"/>
                  </a:lnTo>
                  <a:lnTo>
                    <a:pt x="1739880" y="732705"/>
                  </a:lnTo>
                  <a:lnTo>
                    <a:pt x="1738586" y="746153"/>
                  </a:lnTo>
                  <a:lnTo>
                    <a:pt x="1734212" y="762515"/>
                  </a:lnTo>
                  <a:lnTo>
                    <a:pt x="1731231" y="771620"/>
                  </a:lnTo>
                  <a:lnTo>
                    <a:pt x="1738122" y="775403"/>
                  </a:lnTo>
                  <a:lnTo>
                    <a:pt x="1755854" y="774395"/>
                  </a:lnTo>
                  <a:lnTo>
                    <a:pt x="1777395" y="777590"/>
                  </a:lnTo>
                  <a:lnTo>
                    <a:pt x="1803240" y="795649"/>
                  </a:lnTo>
                  <a:lnTo>
                    <a:pt x="1803321" y="803746"/>
                  </a:lnTo>
                  <a:lnTo>
                    <a:pt x="1800653" y="811113"/>
                  </a:lnTo>
                  <a:lnTo>
                    <a:pt x="1802432" y="818890"/>
                  </a:lnTo>
                  <a:lnTo>
                    <a:pt x="1805250" y="825489"/>
                  </a:lnTo>
                  <a:lnTo>
                    <a:pt x="1808393" y="828329"/>
                  </a:lnTo>
                  <a:lnTo>
                    <a:pt x="1808393" y="879626"/>
                  </a:lnTo>
                  <a:lnTo>
                    <a:pt x="1805220" y="882054"/>
                  </a:lnTo>
                  <a:lnTo>
                    <a:pt x="1800764" y="894263"/>
                  </a:lnTo>
                  <a:lnTo>
                    <a:pt x="1782598" y="911075"/>
                  </a:lnTo>
                  <a:lnTo>
                    <a:pt x="1774024" y="916875"/>
                  </a:lnTo>
                  <a:lnTo>
                    <a:pt x="1748995" y="916875"/>
                  </a:lnTo>
                  <a:lnTo>
                    <a:pt x="1741112" y="915607"/>
                  </a:lnTo>
                  <a:lnTo>
                    <a:pt x="1733636" y="907291"/>
                  </a:lnTo>
                  <a:lnTo>
                    <a:pt x="1730534" y="899664"/>
                  </a:lnTo>
                  <a:lnTo>
                    <a:pt x="1722340" y="896240"/>
                  </a:lnTo>
                  <a:lnTo>
                    <a:pt x="1711448" y="895921"/>
                  </a:lnTo>
                  <a:lnTo>
                    <a:pt x="1696434" y="897238"/>
                  </a:lnTo>
                  <a:lnTo>
                    <a:pt x="1693383" y="899535"/>
                  </a:lnTo>
                  <a:lnTo>
                    <a:pt x="1690917" y="908909"/>
                  </a:lnTo>
                  <a:lnTo>
                    <a:pt x="1687736" y="916875"/>
                  </a:lnTo>
                  <a:lnTo>
                    <a:pt x="914813" y="916875"/>
                  </a:lnTo>
                  <a:close/>
                </a:path>
              </a:pathLst>
            </a:custGeom>
            <a:solidFill>
              <a:srgbClr val="E5E5E5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2741264" y="3884471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2827863" y="295687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842627" y="295767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857322" y="3005187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891015" y="3084886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912509" y="3126795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904093" y="3179174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910546" y="321059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934350" y="3260749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3012868" y="3415133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989203" y="3505965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3011926" y="355835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025465" y="3596257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3041290" y="3613198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033842" y="366972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3123181" y="3664488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3167891" y="3657128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3180674" y="3551626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3213600" y="3526717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3338252" y="3513623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3418933" y="3419205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3382409" y="341242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3440396" y="3347989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406325" y="3335322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3576077" y="3335165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3455519" y="3288760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3624870" y="3276509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568724" y="3259746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421592" y="3199639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3638917" y="3195924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3434439" y="3101477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497661" y="2996104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548187" y="2957163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3586747" y="2914275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3664525" y="2762166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3903035" y="2513242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069222" y="2764335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4177771" y="2730309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232542" y="2839296"/>
              <a:ext cx="62229" cy="62229"/>
            </a:xfrm>
            <a:custGeom>
              <a:avLst/>
              <a:pathLst>
                <a:path w="62229" h="62229">
                  <a:moveTo>
                    <a:pt x="31114" y="62229"/>
                  </a:moveTo>
                  <a:lnTo>
                    <a:pt x="62229" y="31114"/>
                  </a:lnTo>
                  <a:lnTo>
                    <a:pt x="31114" y="0"/>
                  </a:lnTo>
                  <a:lnTo>
                    <a:pt x="0" y="31114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813069" y="2930355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859902" y="309898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961616" y="3478377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997877" y="3568669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006254" y="364213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354821" y="3384832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394004" y="317205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636937" y="2734578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2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61" name="tx46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79" name="tx47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01" name="tx50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02" name="tx50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03" name="tx50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09" name="tx50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15" name="tx51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53" name="tx55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54" name="tx55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55" name="tx55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56" name="tx55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57" name="tx55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58" name="tx55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59" name="tx55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60" name="tx56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61" name="tx56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62" name="tx56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83" name="tx58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91" name="tx59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92" name="tx59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93" name="tx59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96" name="tx59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07" name="tx607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08" name="tx608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09" name="tx609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2174268" y="3358241"/>
              <a:ext cx="2950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2225429" y="3514344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29" name="tx62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30" name="tx63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31" name="tx63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32" name="tx63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44" name="tx64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45" name="tx64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46" name="tx64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47" name="tx64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48" name="tx64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52" name="tx65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53" name="tx65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54" name="tx65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55" name="tx65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66" name="tx66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67" name="tx66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68" name="tx66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69" name="tx66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70" name="tx67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73" name="tx67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74" name="tx67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75" name="tx67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76" name="tx67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1" name="tx69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92" name="tx69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7" name="tx69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13" name="tx71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14" name="tx71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15" name="tx71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27" name="tx72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28" name="tx72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29" name="tx72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30" name="tx73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31" name="tx73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32" name="tx73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33" name="tx73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34" name="tx73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35" name="tx73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36" name="tx73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37" name="tx73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38" name="tx73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39" name="tx73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40" name="tx74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41" name="tx74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42" name="tx74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43" name="tx74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44" name="tx74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45" name="tx74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46" name="tx74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47" name="tx74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48" name="tx74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49" name="tx74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52" name="tx75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53" name="tx75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54" name="tx75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55" name="tx75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56" name="tx75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57" name="tx85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58" name="tx85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59" name="tx85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60" name="tx86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62" name="tx86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65" name="tx86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66" name="tx86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67" name="tx86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68" name="tx86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69" name="tx86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70" name="tx87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71" name="tx87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72" name="tx87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74" name="tx87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75" name="tx87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28" name="tx92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29" name="tx92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30" name="tx93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31" name="tx93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32" name="tx93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33" name="tx93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34" name="tx93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35" name="tx93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36" name="tx93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37" name="tx93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38" name="tx93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39" name="tx93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40" name="tx94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41" name="tx94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42" name="tx94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43" name="tx94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44" name="tx94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45" name="tx94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46" name="tx94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47" name="tx94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48" name="tx94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49" name="tx94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50" name="tx95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51" name="tx95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52" name="tx95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86" name="tx98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88" name="tx98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89" name="tx98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90" name="tx99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91" name="tx99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92" name="tx99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93" name="tx99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94" name="tx99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95" name="tx99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96" name="tx99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97" name="tx99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998" name="tx99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999" name="tx99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00" name="tx100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01" name="tx100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02" name="tx100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03" name="tx100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04" name="tx100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05" name="tx100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06" name="tx100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07" name="tx100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08" name="tx100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09" name="tx100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10" name="tx101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11" name="tx101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12" name="tx101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13" name="tx101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14" name="tx101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15" name="tx101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16" name="tx101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17" name="tx101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18" name="tx101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19" name="tx101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20" name="tx102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21" name="tx102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22" name="tx102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23" name="tx102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24" name="tx102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25" name="tx102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26" name="tx102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27" name="tx102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28" name="tx102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29" name="tx102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30" name="tx103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31" name="tx103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32" name="tx103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33" name="tx103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34" name="tx103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35" name="tx103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36" name="tx103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37" name="tx103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38" name="tx103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39" name="tx103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40" name="tx104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41" name="tx104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42" name="tx104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43" name="tx104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44" name="tx104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45" name="tx104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46" name="tx104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47" name="tx104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48" name="tx104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49" name="tx104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50" name="tx105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51" name="tx105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52" name="tx105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53" name="tx105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54" name="tx105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55" name="tx105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56" name="tx105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57" name="tx105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58" name="tx105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59" name="tx105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60" name="tx106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61" name="tx106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62" name="tx106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63" name="tx106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64" name="tx106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65" name="tx106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66" name="tx106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67" name="tx106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68" name="tx106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69" name="tx106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70" name="tx107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71" name="tx107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72" name="tx107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73" name="tx107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74" name="tx107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75" name="tx107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76" name="tx107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77" name="tx107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78" name="tx107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79" name="tx107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80" name="tx108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81" name="tx108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82" name="tx108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83" name="tx108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84" name="tx108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85" name="tx108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86" name="tx108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87" name="tx1087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88" name="tx1088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89" name="tx1089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90" name="tx1090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91" name="tx1091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92" name="tx1092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93" name="tx1093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94" name="tx1094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95" name="tx1095"/>
            <p:cNvSpPr/>
            <p:nvPr/>
          </p:nvSpPr>
          <p:spPr>
            <a:xfrm>
              <a:off x="3695199" y="2949329"/>
              <a:ext cx="29498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</a:p>
          </p:txBody>
        </p:sp>
        <p:sp>
          <p:nvSpPr>
            <p:cNvPr id="1096" name="tx1096"/>
            <p:cNvSpPr/>
            <p:nvPr/>
          </p:nvSpPr>
          <p:spPr>
            <a:xfrm>
              <a:off x="3746314" y="3105433"/>
              <a:ext cx="192755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097" name="pl1097"/>
            <p:cNvSpPr/>
            <p:nvPr/>
          </p:nvSpPr>
          <p:spPr>
            <a:xfrm>
              <a:off x="2032114" y="1512332"/>
              <a:ext cx="0" cy="2657927"/>
            </a:xfrm>
            <a:custGeom>
              <a:avLst/>
              <a:pathLst>
                <a:path w="0" h="2657927">
                  <a:moveTo>
                    <a:pt x="0" y="2657927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tx1098"/>
            <p:cNvSpPr/>
            <p:nvPr/>
          </p:nvSpPr>
          <p:spPr>
            <a:xfrm>
              <a:off x="1719761" y="394555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1099" name="tx1099"/>
            <p:cNvSpPr/>
            <p:nvPr/>
          </p:nvSpPr>
          <p:spPr>
            <a:xfrm>
              <a:off x="1844119" y="3927087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00" name="tx1100"/>
            <p:cNvSpPr/>
            <p:nvPr/>
          </p:nvSpPr>
          <p:spPr>
            <a:xfrm>
              <a:off x="1888834" y="3945558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01" name="tx1101"/>
            <p:cNvSpPr/>
            <p:nvPr/>
          </p:nvSpPr>
          <p:spPr>
            <a:xfrm>
              <a:off x="1719761" y="353682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1102" name="tx1102"/>
            <p:cNvSpPr/>
            <p:nvPr/>
          </p:nvSpPr>
          <p:spPr>
            <a:xfrm>
              <a:off x="1844119" y="3518358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03" name="tx1103"/>
            <p:cNvSpPr/>
            <p:nvPr/>
          </p:nvSpPr>
          <p:spPr>
            <a:xfrm>
              <a:off x="1888834" y="3536829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04" name="tx1104"/>
            <p:cNvSpPr/>
            <p:nvPr/>
          </p:nvSpPr>
          <p:spPr>
            <a:xfrm>
              <a:off x="1719761" y="3127917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1105" name="tx1105"/>
            <p:cNvSpPr/>
            <p:nvPr/>
          </p:nvSpPr>
          <p:spPr>
            <a:xfrm>
              <a:off x="1844119" y="3109446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06" name="tx1106"/>
            <p:cNvSpPr/>
            <p:nvPr/>
          </p:nvSpPr>
          <p:spPr>
            <a:xfrm>
              <a:off x="1888834" y="3127917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07" name="tx1107"/>
            <p:cNvSpPr/>
            <p:nvPr/>
          </p:nvSpPr>
          <p:spPr>
            <a:xfrm>
              <a:off x="1719761" y="271900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108" name="tx1108"/>
            <p:cNvSpPr/>
            <p:nvPr/>
          </p:nvSpPr>
          <p:spPr>
            <a:xfrm>
              <a:off x="1844119" y="2700535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09" name="tx1109"/>
            <p:cNvSpPr/>
            <p:nvPr/>
          </p:nvSpPr>
          <p:spPr>
            <a:xfrm>
              <a:off x="1888834" y="2719005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10" name="tx1110"/>
            <p:cNvSpPr/>
            <p:nvPr/>
          </p:nvSpPr>
          <p:spPr>
            <a:xfrm>
              <a:off x="1719761" y="231009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62</a:t>
              </a:r>
            </a:p>
          </p:txBody>
        </p:sp>
        <p:sp>
          <p:nvSpPr>
            <p:cNvPr id="1111" name="tx1111"/>
            <p:cNvSpPr/>
            <p:nvPr/>
          </p:nvSpPr>
          <p:spPr>
            <a:xfrm>
              <a:off x="1844119" y="2291623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12" name="tx1112"/>
            <p:cNvSpPr/>
            <p:nvPr/>
          </p:nvSpPr>
          <p:spPr>
            <a:xfrm>
              <a:off x="1888834" y="2310094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13" name="tx1113"/>
            <p:cNvSpPr/>
            <p:nvPr/>
          </p:nvSpPr>
          <p:spPr>
            <a:xfrm>
              <a:off x="1719761" y="1901182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64</a:t>
              </a:r>
            </a:p>
          </p:txBody>
        </p:sp>
        <p:sp>
          <p:nvSpPr>
            <p:cNvPr id="1114" name="tx1114"/>
            <p:cNvSpPr/>
            <p:nvPr/>
          </p:nvSpPr>
          <p:spPr>
            <a:xfrm>
              <a:off x="1844119" y="1882711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15" name="tx1115"/>
            <p:cNvSpPr/>
            <p:nvPr/>
          </p:nvSpPr>
          <p:spPr>
            <a:xfrm>
              <a:off x="1888834" y="1901182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16" name="tx1116"/>
            <p:cNvSpPr/>
            <p:nvPr/>
          </p:nvSpPr>
          <p:spPr>
            <a:xfrm>
              <a:off x="1719761" y="149227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66</a:t>
              </a:r>
            </a:p>
          </p:txBody>
        </p:sp>
        <p:sp>
          <p:nvSpPr>
            <p:cNvPr id="1117" name="tx1117"/>
            <p:cNvSpPr/>
            <p:nvPr/>
          </p:nvSpPr>
          <p:spPr>
            <a:xfrm>
              <a:off x="1844119" y="147379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18" name="tx1118"/>
            <p:cNvSpPr/>
            <p:nvPr/>
          </p:nvSpPr>
          <p:spPr>
            <a:xfrm>
              <a:off x="1888834" y="1492270"/>
              <a:ext cx="8065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119" name="pl1119"/>
            <p:cNvSpPr/>
            <p:nvPr/>
          </p:nvSpPr>
          <p:spPr>
            <a:xfrm>
              <a:off x="1997319" y="39862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1997319" y="35773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1997319" y="31684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1997319" y="275951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1997319" y="23506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1997319" y="19416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1997319" y="15327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2032114" y="4170259"/>
              <a:ext cx="3052117" cy="0"/>
            </a:xfrm>
            <a:custGeom>
              <a:avLst/>
              <a:pathLst>
                <a:path w="3052117" h="0">
                  <a:moveTo>
                    <a:pt x="0" y="0"/>
                  </a:moveTo>
                  <a:lnTo>
                    <a:pt x="305211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2239037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2756345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3273653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3790961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308269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825577" y="417025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tx1133"/>
            <p:cNvSpPr/>
            <p:nvPr/>
          </p:nvSpPr>
          <p:spPr>
            <a:xfrm>
              <a:off x="2132784" y="4232889"/>
              <a:ext cx="932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5</a:t>
              </a:r>
            </a:p>
          </p:txBody>
        </p:sp>
        <p:sp>
          <p:nvSpPr>
            <p:cNvPr id="1134" name="tx1134"/>
            <p:cNvSpPr/>
            <p:nvPr/>
          </p:nvSpPr>
          <p:spPr>
            <a:xfrm>
              <a:off x="2226053" y="4214419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35" name="tx1135"/>
            <p:cNvSpPr/>
            <p:nvPr/>
          </p:nvSpPr>
          <p:spPr>
            <a:xfrm>
              <a:off x="2270767" y="4232889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36" name="tx1136"/>
            <p:cNvSpPr/>
            <p:nvPr/>
          </p:nvSpPr>
          <p:spPr>
            <a:xfrm>
              <a:off x="2634547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37" name="tx1137"/>
            <p:cNvSpPr/>
            <p:nvPr/>
          </p:nvSpPr>
          <p:spPr>
            <a:xfrm>
              <a:off x="2758905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38" name="tx1138"/>
            <p:cNvSpPr/>
            <p:nvPr/>
          </p:nvSpPr>
          <p:spPr>
            <a:xfrm>
              <a:off x="2803620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39" name="tx1139"/>
            <p:cNvSpPr/>
            <p:nvPr/>
          </p:nvSpPr>
          <p:spPr>
            <a:xfrm>
              <a:off x="3151855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140" name="tx1140"/>
            <p:cNvSpPr/>
            <p:nvPr/>
          </p:nvSpPr>
          <p:spPr>
            <a:xfrm>
              <a:off x="3276214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41" name="tx1141"/>
            <p:cNvSpPr/>
            <p:nvPr/>
          </p:nvSpPr>
          <p:spPr>
            <a:xfrm>
              <a:off x="3320928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42" name="tx1142"/>
            <p:cNvSpPr/>
            <p:nvPr/>
          </p:nvSpPr>
          <p:spPr>
            <a:xfrm>
              <a:off x="3669163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143" name="tx1143"/>
            <p:cNvSpPr/>
            <p:nvPr/>
          </p:nvSpPr>
          <p:spPr>
            <a:xfrm>
              <a:off x="3793522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44" name="tx1144"/>
            <p:cNvSpPr/>
            <p:nvPr/>
          </p:nvSpPr>
          <p:spPr>
            <a:xfrm>
              <a:off x="3838236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45" name="tx1145"/>
            <p:cNvSpPr/>
            <p:nvPr/>
          </p:nvSpPr>
          <p:spPr>
            <a:xfrm>
              <a:off x="4186471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146" name="tx1146"/>
            <p:cNvSpPr/>
            <p:nvPr/>
          </p:nvSpPr>
          <p:spPr>
            <a:xfrm>
              <a:off x="4310830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47" name="tx1147"/>
            <p:cNvSpPr/>
            <p:nvPr/>
          </p:nvSpPr>
          <p:spPr>
            <a:xfrm>
              <a:off x="4355544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48" name="tx1148"/>
            <p:cNvSpPr/>
            <p:nvPr/>
          </p:nvSpPr>
          <p:spPr>
            <a:xfrm>
              <a:off x="4703779" y="423325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149" name="tx1149"/>
            <p:cNvSpPr/>
            <p:nvPr/>
          </p:nvSpPr>
          <p:spPr>
            <a:xfrm>
              <a:off x="4828138" y="4214784"/>
              <a:ext cx="4471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50" name="tx1150"/>
            <p:cNvSpPr/>
            <p:nvPr/>
          </p:nvSpPr>
          <p:spPr>
            <a:xfrm>
              <a:off x="4872852" y="4233255"/>
              <a:ext cx="745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51" name="tx1151"/>
            <p:cNvSpPr/>
            <p:nvPr/>
          </p:nvSpPr>
          <p:spPr>
            <a:xfrm>
              <a:off x="3251209" y="4372931"/>
              <a:ext cx="6139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152" name="tx1152"/>
            <p:cNvSpPr/>
            <p:nvPr/>
          </p:nvSpPr>
          <p:spPr>
            <a:xfrm rot="-5400000">
              <a:off x="1356834" y="2791278"/>
              <a:ext cx="4973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153" name="rc1153"/>
            <p:cNvSpPr/>
            <p:nvPr/>
          </p:nvSpPr>
          <p:spPr>
            <a:xfrm>
              <a:off x="5223409" y="1718911"/>
              <a:ext cx="993502" cy="2244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tx1154"/>
            <p:cNvSpPr/>
            <p:nvPr/>
          </p:nvSpPr>
          <p:spPr>
            <a:xfrm>
              <a:off x="5292999" y="1803221"/>
              <a:ext cx="8543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Experimental </a:t>
              </a:r>
            </a:p>
          </p:txBody>
        </p:sp>
        <p:sp>
          <p:nvSpPr>
            <p:cNvPr id="1155" name="tx1155"/>
            <p:cNvSpPr/>
            <p:nvPr/>
          </p:nvSpPr>
          <p:spPr>
            <a:xfrm>
              <a:off x="5292999" y="1954097"/>
              <a:ext cx="72237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Source Site</a:t>
              </a:r>
            </a:p>
          </p:txBody>
        </p:sp>
        <p:sp>
          <p:nvSpPr>
            <p:cNvPr id="1156" name="rc1156"/>
            <p:cNvSpPr/>
            <p:nvPr/>
          </p:nvSpPr>
          <p:spPr>
            <a:xfrm>
              <a:off x="5292999" y="2138444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344024" y="2189469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5292999" y="2357900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5344024" y="2408925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5292999" y="2577356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344024" y="262838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5292999" y="2796812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344024" y="2847837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5292999" y="3016268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5344024" y="306729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5292999" y="3235724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344024" y="3286749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5292999" y="3455180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5344024" y="3506205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5292999" y="3674636"/>
              <a:ext cx="219455" cy="21945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5344024" y="372566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tx1172"/>
            <p:cNvSpPr/>
            <p:nvPr/>
          </p:nvSpPr>
          <p:spPr>
            <a:xfrm>
              <a:off x="5582044" y="2208167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173" name="tx1173"/>
            <p:cNvSpPr/>
            <p:nvPr/>
          </p:nvSpPr>
          <p:spPr>
            <a:xfrm>
              <a:off x="5582044" y="242762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174" name="tx1174"/>
            <p:cNvSpPr/>
            <p:nvPr/>
          </p:nvSpPr>
          <p:spPr>
            <a:xfrm>
              <a:off x="5582044" y="2647079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175" name="tx1175"/>
            <p:cNvSpPr/>
            <p:nvPr/>
          </p:nvSpPr>
          <p:spPr>
            <a:xfrm>
              <a:off x="5582044" y="2866535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176" name="tx1176"/>
            <p:cNvSpPr/>
            <p:nvPr/>
          </p:nvSpPr>
          <p:spPr>
            <a:xfrm>
              <a:off x="5582044" y="3085991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177" name="tx1177"/>
            <p:cNvSpPr/>
            <p:nvPr/>
          </p:nvSpPr>
          <p:spPr>
            <a:xfrm>
              <a:off x="5582044" y="3305447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178" name="tx1178"/>
            <p:cNvSpPr/>
            <p:nvPr/>
          </p:nvSpPr>
          <p:spPr>
            <a:xfrm>
              <a:off x="5582044" y="3524903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179" name="tx1179"/>
            <p:cNvSpPr/>
            <p:nvPr/>
          </p:nvSpPr>
          <p:spPr>
            <a:xfrm>
              <a:off x="5582044" y="3744359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180" name="tx1180"/>
            <p:cNvSpPr/>
            <p:nvPr/>
          </p:nvSpPr>
          <p:spPr>
            <a:xfrm>
              <a:off x="2032114" y="983989"/>
              <a:ext cx="3164006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Map of Seascape Training and </a:t>
              </a:r>
            </a:p>
          </p:txBody>
        </p:sp>
        <p:sp>
          <p:nvSpPr>
            <p:cNvPr id="1181" name="tx1181"/>
            <p:cNvSpPr/>
            <p:nvPr/>
          </p:nvSpPr>
          <p:spPr>
            <a:xfrm>
              <a:off x="2032114" y="1230877"/>
              <a:ext cx="2693365" cy="1636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Experimental Source Sites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2026-08-27T12:04:22Z</dcterms:modified>
  <cp:category/>
</cp:coreProperties>
</file>