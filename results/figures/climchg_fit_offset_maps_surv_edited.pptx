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709"/>
  </p:normalViewPr>
  <p:slideViewPr>
    <p:cSldViewPr>
      <p:cViewPr>
        <p:scale>
          <a:sx n="91" d="100"/>
          <a:sy n="91" d="100"/>
        </p:scale>
        <p:origin x="552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11887200" cy="7315200"/>
            <a:chOff x="914400" y="914400"/>
            <a:chExt cx="11887200" cy="7315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3658606" y="914400"/>
              <a:ext cx="6398787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4204821" y="1316468"/>
              <a:ext cx="4997954" cy="6511391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4432001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5340720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6249439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7158158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8066877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8975596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4204821" y="7531887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4204821" y="6686252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4204821" y="5840616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4204821" y="4994981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4204821" y="4149346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4204821" y="3303711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4204821" y="2458075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4204821" y="1612440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h20"/>
            <p:cNvSpPr/>
            <p:nvPr/>
          </p:nvSpPr>
          <p:spPr>
            <a:xfrm>
              <a:off x="7603997" y="3393833"/>
              <a:ext cx="951982" cy="1668369"/>
            </a:xfrm>
            <a:custGeom>
              <a:avLst/>
              <a:gdLst/>
              <a:ahLst/>
              <a:cxnLst/>
              <a:rect l="0" t="0" r="0" b="0"/>
              <a:pathLst>
                <a:path w="951982" h="1668369">
                  <a:moveTo>
                    <a:pt x="914400" y="914400"/>
                  </a:moveTo>
                  <a:lnTo>
                    <a:pt x="892303" y="974023"/>
                  </a:lnTo>
                  <a:lnTo>
                    <a:pt x="861864" y="984098"/>
                  </a:lnTo>
                  <a:lnTo>
                    <a:pt x="832668" y="1003959"/>
                  </a:lnTo>
                  <a:lnTo>
                    <a:pt x="822241" y="1192617"/>
                  </a:lnTo>
                  <a:lnTo>
                    <a:pt x="875397" y="1264298"/>
                  </a:lnTo>
                  <a:lnTo>
                    <a:pt x="846201" y="1274331"/>
                  </a:lnTo>
                  <a:lnTo>
                    <a:pt x="819490" y="1295802"/>
                  </a:lnTo>
                  <a:lnTo>
                    <a:pt x="800410" y="1327555"/>
                  </a:lnTo>
                  <a:lnTo>
                    <a:pt x="780887" y="1395891"/>
                  </a:lnTo>
                  <a:lnTo>
                    <a:pt x="707542" y="1434622"/>
                  </a:lnTo>
                  <a:lnTo>
                    <a:pt x="679765" y="1463278"/>
                  </a:lnTo>
                  <a:lnTo>
                    <a:pt x="638811" y="1527031"/>
                  </a:lnTo>
                  <a:lnTo>
                    <a:pt x="617468" y="1619564"/>
                  </a:lnTo>
                  <a:lnTo>
                    <a:pt x="575982" y="1659038"/>
                  </a:lnTo>
                  <a:lnTo>
                    <a:pt x="529392" y="1668369"/>
                  </a:lnTo>
                  <a:lnTo>
                    <a:pt x="556724" y="1592559"/>
                  </a:lnTo>
                  <a:lnTo>
                    <a:pt x="592532" y="1530788"/>
                  </a:lnTo>
                  <a:lnTo>
                    <a:pt x="558100" y="1488424"/>
                  </a:lnTo>
                  <a:lnTo>
                    <a:pt x="537379" y="1422111"/>
                  </a:lnTo>
                  <a:lnTo>
                    <a:pt x="510623" y="1371241"/>
                  </a:lnTo>
                  <a:lnTo>
                    <a:pt x="531921" y="1314425"/>
                  </a:lnTo>
                  <a:lnTo>
                    <a:pt x="521450" y="1221314"/>
                  </a:lnTo>
                  <a:lnTo>
                    <a:pt x="524910" y="1130433"/>
                  </a:lnTo>
                  <a:lnTo>
                    <a:pt x="555970" y="1084559"/>
                  </a:lnTo>
                  <a:lnTo>
                    <a:pt x="591556" y="1047149"/>
                  </a:lnTo>
                  <a:lnTo>
                    <a:pt x="646975" y="961141"/>
                  </a:lnTo>
                  <a:lnTo>
                    <a:pt x="707054" y="898792"/>
                  </a:lnTo>
                  <a:lnTo>
                    <a:pt x="790871" y="870755"/>
                  </a:lnTo>
                  <a:lnTo>
                    <a:pt x="828719" y="896603"/>
                  </a:lnTo>
                  <a:lnTo>
                    <a:pt x="845048" y="839911"/>
                  </a:lnTo>
                  <a:lnTo>
                    <a:pt x="872070" y="826987"/>
                  </a:lnTo>
                  <a:lnTo>
                    <a:pt x="897450" y="840076"/>
                  </a:lnTo>
                  <a:lnTo>
                    <a:pt x="951982" y="89425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h21"/>
            <p:cNvSpPr/>
            <p:nvPr/>
          </p:nvSpPr>
          <p:spPr>
            <a:xfrm>
              <a:off x="6460555" y="4703179"/>
              <a:ext cx="1205429" cy="934327"/>
            </a:xfrm>
            <a:custGeom>
              <a:avLst/>
              <a:gdLst/>
              <a:ahLst/>
              <a:cxnLst/>
              <a:rect l="0" t="0" r="0" b="0"/>
              <a:pathLst>
                <a:path w="1205429" h="934327">
                  <a:moveTo>
                    <a:pt x="914400" y="934327"/>
                  </a:moveTo>
                  <a:lnTo>
                    <a:pt x="893723" y="931313"/>
                  </a:lnTo>
                  <a:lnTo>
                    <a:pt x="879923" y="874538"/>
                  </a:lnTo>
                  <a:lnTo>
                    <a:pt x="876684" y="728452"/>
                  </a:lnTo>
                  <a:lnTo>
                    <a:pt x="884937" y="656275"/>
                  </a:lnTo>
                  <a:lnTo>
                    <a:pt x="984018" y="395937"/>
                  </a:lnTo>
                  <a:lnTo>
                    <a:pt x="1028256" y="374672"/>
                  </a:lnTo>
                  <a:lnTo>
                    <a:pt x="1090464" y="215124"/>
                  </a:lnTo>
                  <a:lnTo>
                    <a:pt x="1107236" y="144146"/>
                  </a:lnTo>
                  <a:lnTo>
                    <a:pt x="1134214" y="80227"/>
                  </a:lnTo>
                  <a:lnTo>
                    <a:pt x="1150143" y="23081"/>
                  </a:lnTo>
                  <a:lnTo>
                    <a:pt x="1163499" y="0"/>
                  </a:lnTo>
                  <a:lnTo>
                    <a:pt x="1192517" y="10818"/>
                  </a:lnTo>
                  <a:lnTo>
                    <a:pt x="1205429" y="21347"/>
                  </a:lnTo>
                  <a:lnTo>
                    <a:pt x="1174858" y="54627"/>
                  </a:lnTo>
                  <a:lnTo>
                    <a:pt x="1178407" y="97941"/>
                  </a:lnTo>
                  <a:lnTo>
                    <a:pt x="1176277" y="115903"/>
                  </a:lnTo>
                  <a:lnTo>
                    <a:pt x="1099116" y="304313"/>
                  </a:lnTo>
                  <a:lnTo>
                    <a:pt x="1078484" y="426657"/>
                  </a:lnTo>
                  <a:lnTo>
                    <a:pt x="1051107" y="456510"/>
                  </a:lnTo>
                  <a:lnTo>
                    <a:pt x="937739" y="891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h22"/>
            <p:cNvSpPr/>
            <p:nvPr/>
          </p:nvSpPr>
          <p:spPr>
            <a:xfrm>
              <a:off x="4185829" y="1612440"/>
              <a:ext cx="4331059" cy="4780894"/>
            </a:xfrm>
            <a:custGeom>
              <a:avLst/>
              <a:gdLst/>
              <a:ahLst/>
              <a:cxnLst/>
              <a:rect l="0" t="0" r="0" b="0"/>
              <a:pathLst>
                <a:path w="4331059" h="4780894">
                  <a:moveTo>
                    <a:pt x="914400" y="1767782"/>
                  </a:moveTo>
                  <a:lnTo>
                    <a:pt x="947500" y="1781738"/>
                  </a:lnTo>
                  <a:lnTo>
                    <a:pt x="992581" y="1753784"/>
                  </a:lnTo>
                  <a:lnTo>
                    <a:pt x="1024129" y="1675497"/>
                  </a:lnTo>
                  <a:lnTo>
                    <a:pt x="1042144" y="1558025"/>
                  </a:lnTo>
                  <a:lnTo>
                    <a:pt x="1063176" y="1446127"/>
                  </a:lnTo>
                  <a:lnTo>
                    <a:pt x="1038283" y="1326425"/>
                  </a:lnTo>
                  <a:lnTo>
                    <a:pt x="1011705" y="1221298"/>
                  </a:lnTo>
                  <a:lnTo>
                    <a:pt x="1009842" y="1190413"/>
                  </a:lnTo>
                  <a:lnTo>
                    <a:pt x="1079593" y="1101720"/>
                  </a:lnTo>
                  <a:lnTo>
                    <a:pt x="1100935" y="1029585"/>
                  </a:lnTo>
                  <a:lnTo>
                    <a:pt x="1124053" y="960919"/>
                  </a:lnTo>
                  <a:lnTo>
                    <a:pt x="1149566" y="937548"/>
                  </a:lnTo>
                  <a:lnTo>
                    <a:pt x="1187548" y="932222"/>
                  </a:lnTo>
                  <a:lnTo>
                    <a:pt x="1231786" y="919298"/>
                  </a:lnTo>
                  <a:lnTo>
                    <a:pt x="1287560" y="873341"/>
                  </a:lnTo>
                  <a:lnTo>
                    <a:pt x="1337566" y="811776"/>
                  </a:lnTo>
                  <a:lnTo>
                    <a:pt x="1375770" y="755332"/>
                  </a:lnTo>
                  <a:lnTo>
                    <a:pt x="1388726" y="643640"/>
                  </a:lnTo>
                  <a:lnTo>
                    <a:pt x="1389258" y="587526"/>
                  </a:lnTo>
                  <a:lnTo>
                    <a:pt x="1406075" y="545864"/>
                  </a:lnTo>
                  <a:lnTo>
                    <a:pt x="1422359" y="464480"/>
                  </a:lnTo>
                  <a:lnTo>
                    <a:pt x="1406519" y="384210"/>
                  </a:lnTo>
                  <a:lnTo>
                    <a:pt x="1357223" y="262444"/>
                  </a:lnTo>
                  <a:lnTo>
                    <a:pt x="1297854" y="91211"/>
                  </a:lnTo>
                  <a:lnTo>
                    <a:pt x="1288763" y="0"/>
                  </a:lnTo>
                  <a:lnTo>
                    <a:pt x="3522330" y="0"/>
                  </a:lnTo>
                  <a:lnTo>
                    <a:pt x="3523417" y="11974"/>
                  </a:lnTo>
                  <a:lnTo>
                    <a:pt x="3518891" y="40712"/>
                  </a:lnTo>
                  <a:lnTo>
                    <a:pt x="3553412" y="158845"/>
                  </a:lnTo>
                  <a:lnTo>
                    <a:pt x="3545381" y="200260"/>
                  </a:lnTo>
                  <a:lnTo>
                    <a:pt x="3540722" y="253029"/>
                  </a:lnTo>
                  <a:lnTo>
                    <a:pt x="3590195" y="303735"/>
                  </a:lnTo>
                  <a:lnTo>
                    <a:pt x="3634345" y="302909"/>
                  </a:lnTo>
                  <a:lnTo>
                    <a:pt x="3679071" y="302124"/>
                  </a:lnTo>
                  <a:lnTo>
                    <a:pt x="3696153" y="314842"/>
                  </a:lnTo>
                  <a:lnTo>
                    <a:pt x="3713281" y="350723"/>
                  </a:lnTo>
                  <a:lnTo>
                    <a:pt x="3727080" y="393088"/>
                  </a:lnTo>
                  <a:lnTo>
                    <a:pt x="3763908" y="389578"/>
                  </a:lnTo>
                  <a:lnTo>
                    <a:pt x="3822700" y="355100"/>
                  </a:lnTo>
                  <a:lnTo>
                    <a:pt x="3860948" y="346883"/>
                  </a:lnTo>
                  <a:lnTo>
                    <a:pt x="3886195" y="413155"/>
                  </a:lnTo>
                  <a:lnTo>
                    <a:pt x="3954881" y="500692"/>
                  </a:lnTo>
                  <a:lnTo>
                    <a:pt x="3994859" y="539918"/>
                  </a:lnTo>
                  <a:lnTo>
                    <a:pt x="4062791" y="560563"/>
                  </a:lnTo>
                  <a:lnTo>
                    <a:pt x="4134362" y="631212"/>
                  </a:lnTo>
                  <a:lnTo>
                    <a:pt x="4124334" y="716353"/>
                  </a:lnTo>
                  <a:lnTo>
                    <a:pt x="4154196" y="744803"/>
                  </a:lnTo>
                  <a:lnTo>
                    <a:pt x="4238634" y="778413"/>
                  </a:lnTo>
                  <a:lnTo>
                    <a:pt x="4268496" y="823751"/>
                  </a:lnTo>
                  <a:lnTo>
                    <a:pt x="4282827" y="862399"/>
                  </a:lnTo>
                  <a:lnTo>
                    <a:pt x="4305057" y="894440"/>
                  </a:lnTo>
                  <a:lnTo>
                    <a:pt x="4331059" y="991267"/>
                  </a:lnTo>
                  <a:lnTo>
                    <a:pt x="4322007" y="1050933"/>
                  </a:lnTo>
                  <a:lnTo>
                    <a:pt x="4287974" y="1071454"/>
                  </a:lnTo>
                  <a:lnTo>
                    <a:pt x="4207619" y="1135372"/>
                  </a:lnTo>
                  <a:lnTo>
                    <a:pt x="4171811" y="1183104"/>
                  </a:lnTo>
                  <a:lnTo>
                    <a:pt x="4143724" y="1212834"/>
                  </a:lnTo>
                  <a:lnTo>
                    <a:pt x="4063901" y="1276587"/>
                  </a:lnTo>
                  <a:lnTo>
                    <a:pt x="4034660" y="1288024"/>
                  </a:lnTo>
                  <a:lnTo>
                    <a:pt x="4006662" y="1321181"/>
                  </a:lnTo>
                  <a:lnTo>
                    <a:pt x="3979596" y="1335674"/>
                  </a:lnTo>
                  <a:lnTo>
                    <a:pt x="3955369" y="1327333"/>
                  </a:lnTo>
                  <a:lnTo>
                    <a:pt x="3864808" y="1387370"/>
                  </a:lnTo>
                  <a:lnTo>
                    <a:pt x="3871863" y="1413011"/>
                  </a:lnTo>
                  <a:lnTo>
                    <a:pt x="3941304" y="1423871"/>
                  </a:lnTo>
                  <a:lnTo>
                    <a:pt x="3976712" y="1410988"/>
                  </a:lnTo>
                  <a:lnTo>
                    <a:pt x="4003955" y="1380805"/>
                  </a:lnTo>
                  <a:lnTo>
                    <a:pt x="4033728" y="1373868"/>
                  </a:lnTo>
                  <a:lnTo>
                    <a:pt x="4060883" y="1379566"/>
                  </a:lnTo>
                  <a:lnTo>
                    <a:pt x="4089680" y="1355782"/>
                  </a:lnTo>
                  <a:lnTo>
                    <a:pt x="4112265" y="1346286"/>
                  </a:lnTo>
                  <a:lnTo>
                    <a:pt x="4135604" y="1357682"/>
                  </a:lnTo>
                  <a:lnTo>
                    <a:pt x="4161650" y="1414704"/>
                  </a:lnTo>
                  <a:lnTo>
                    <a:pt x="4107606" y="1444392"/>
                  </a:lnTo>
                  <a:lnTo>
                    <a:pt x="4069270" y="1445755"/>
                  </a:lnTo>
                  <a:lnTo>
                    <a:pt x="4050545" y="1539279"/>
                  </a:lnTo>
                  <a:lnTo>
                    <a:pt x="4027339" y="1579455"/>
                  </a:lnTo>
                  <a:lnTo>
                    <a:pt x="4010700" y="1598779"/>
                  </a:lnTo>
                  <a:lnTo>
                    <a:pt x="3925641" y="1638583"/>
                  </a:lnTo>
                  <a:lnTo>
                    <a:pt x="3869511" y="1689040"/>
                  </a:lnTo>
                  <a:lnTo>
                    <a:pt x="3803354" y="1729671"/>
                  </a:lnTo>
                  <a:lnTo>
                    <a:pt x="3774468" y="1720834"/>
                  </a:lnTo>
                  <a:lnTo>
                    <a:pt x="3730940" y="1762125"/>
                  </a:lnTo>
                  <a:lnTo>
                    <a:pt x="3634212" y="1811013"/>
                  </a:lnTo>
                  <a:lnTo>
                    <a:pt x="3584649" y="1876872"/>
                  </a:lnTo>
                  <a:lnTo>
                    <a:pt x="3473411" y="1935794"/>
                  </a:lnTo>
                  <a:lnTo>
                    <a:pt x="3416749" y="1983733"/>
                  </a:lnTo>
                  <a:lnTo>
                    <a:pt x="3262826" y="1986251"/>
                  </a:lnTo>
                  <a:lnTo>
                    <a:pt x="3115825" y="1975722"/>
                  </a:lnTo>
                  <a:lnTo>
                    <a:pt x="3069679" y="1998515"/>
                  </a:lnTo>
                  <a:lnTo>
                    <a:pt x="3116845" y="2005576"/>
                  </a:lnTo>
                  <a:lnTo>
                    <a:pt x="3149902" y="2027955"/>
                  </a:lnTo>
                  <a:lnTo>
                    <a:pt x="3189525" y="2018623"/>
                  </a:lnTo>
                  <a:lnTo>
                    <a:pt x="3282660" y="2029813"/>
                  </a:lnTo>
                  <a:lnTo>
                    <a:pt x="3330580" y="2041994"/>
                  </a:lnTo>
                  <a:lnTo>
                    <a:pt x="3392079" y="2120364"/>
                  </a:lnTo>
                  <a:lnTo>
                    <a:pt x="3346865" y="2148235"/>
                  </a:lnTo>
                  <a:lnTo>
                    <a:pt x="3268550" y="2169624"/>
                  </a:lnTo>
                  <a:lnTo>
                    <a:pt x="3297923" y="2280779"/>
                  </a:lnTo>
                  <a:lnTo>
                    <a:pt x="3322150" y="2355721"/>
                  </a:lnTo>
                  <a:lnTo>
                    <a:pt x="3290425" y="2400935"/>
                  </a:lnTo>
                  <a:lnTo>
                    <a:pt x="3288073" y="2606646"/>
                  </a:lnTo>
                  <a:lnTo>
                    <a:pt x="3243569" y="2610568"/>
                  </a:lnTo>
                  <a:lnTo>
                    <a:pt x="3224667" y="2695668"/>
                  </a:lnTo>
                  <a:lnTo>
                    <a:pt x="3238688" y="2739065"/>
                  </a:lnTo>
                  <a:lnTo>
                    <a:pt x="3237579" y="2839856"/>
                  </a:lnTo>
                  <a:lnTo>
                    <a:pt x="3246852" y="2901957"/>
                  </a:lnTo>
                  <a:lnTo>
                    <a:pt x="3268683" y="2959145"/>
                  </a:lnTo>
                  <a:lnTo>
                    <a:pt x="3258966" y="3018769"/>
                  </a:lnTo>
                  <a:lnTo>
                    <a:pt x="3188593" y="3158332"/>
                  </a:lnTo>
                  <a:lnTo>
                    <a:pt x="3190190" y="3223819"/>
                  </a:lnTo>
                  <a:lnTo>
                    <a:pt x="3202836" y="3262715"/>
                  </a:lnTo>
                  <a:lnTo>
                    <a:pt x="3212198" y="3324899"/>
                  </a:lnTo>
                  <a:lnTo>
                    <a:pt x="3180207" y="3444436"/>
                  </a:lnTo>
                  <a:lnTo>
                    <a:pt x="3157622" y="3544318"/>
                  </a:lnTo>
                  <a:lnTo>
                    <a:pt x="3130778" y="3628386"/>
                  </a:lnTo>
                  <a:lnTo>
                    <a:pt x="3070699" y="3729259"/>
                  </a:lnTo>
                  <a:lnTo>
                    <a:pt x="3040793" y="3804656"/>
                  </a:lnTo>
                  <a:lnTo>
                    <a:pt x="2970820" y="4039931"/>
                  </a:lnTo>
                  <a:lnTo>
                    <a:pt x="2936122" y="4086631"/>
                  </a:lnTo>
                  <a:lnTo>
                    <a:pt x="2893570" y="4122513"/>
                  </a:lnTo>
                  <a:lnTo>
                    <a:pt x="2846137" y="4089315"/>
                  </a:lnTo>
                  <a:lnTo>
                    <a:pt x="2802654" y="4071230"/>
                  </a:lnTo>
                  <a:lnTo>
                    <a:pt x="2749542" y="4073418"/>
                  </a:lnTo>
                  <a:lnTo>
                    <a:pt x="2666346" y="4100629"/>
                  </a:lnTo>
                  <a:lnTo>
                    <a:pt x="2541220" y="4082543"/>
                  </a:lnTo>
                  <a:lnTo>
                    <a:pt x="2418933" y="4091256"/>
                  </a:lnTo>
                  <a:lnTo>
                    <a:pt x="2388006" y="4114750"/>
                  </a:lnTo>
                  <a:lnTo>
                    <a:pt x="2406553" y="4200140"/>
                  </a:lnTo>
                  <a:lnTo>
                    <a:pt x="2361472" y="4211329"/>
                  </a:lnTo>
                  <a:lnTo>
                    <a:pt x="2317412" y="4187050"/>
                  </a:lnTo>
                  <a:lnTo>
                    <a:pt x="2278632" y="4216036"/>
                  </a:lnTo>
                  <a:lnTo>
                    <a:pt x="2246241" y="4247830"/>
                  </a:lnTo>
                  <a:lnTo>
                    <a:pt x="2182613" y="4323269"/>
                  </a:lnTo>
                  <a:lnTo>
                    <a:pt x="2161315" y="4369721"/>
                  </a:lnTo>
                  <a:lnTo>
                    <a:pt x="2155813" y="4457216"/>
                  </a:lnTo>
                  <a:lnTo>
                    <a:pt x="2189224" y="4535668"/>
                  </a:lnTo>
                  <a:lnTo>
                    <a:pt x="2218864" y="4627540"/>
                  </a:lnTo>
                  <a:lnTo>
                    <a:pt x="2142546" y="4738406"/>
                  </a:lnTo>
                  <a:lnTo>
                    <a:pt x="2099949" y="4742164"/>
                  </a:lnTo>
                  <a:lnTo>
                    <a:pt x="1975622" y="4711402"/>
                  </a:lnTo>
                  <a:lnTo>
                    <a:pt x="1755275" y="4780894"/>
                  </a:lnTo>
                  <a:lnTo>
                    <a:pt x="1557380" y="4725936"/>
                  </a:lnTo>
                  <a:lnTo>
                    <a:pt x="1582272" y="4666560"/>
                  </a:lnTo>
                  <a:lnTo>
                    <a:pt x="1581429" y="4622916"/>
                  </a:lnTo>
                  <a:lnTo>
                    <a:pt x="1592611" y="4555777"/>
                  </a:lnTo>
                  <a:lnTo>
                    <a:pt x="1599267" y="4487110"/>
                  </a:lnTo>
                  <a:lnTo>
                    <a:pt x="1597403" y="4441154"/>
                  </a:lnTo>
                  <a:lnTo>
                    <a:pt x="1582894" y="4392183"/>
                  </a:lnTo>
                  <a:lnTo>
                    <a:pt x="1534086" y="4328100"/>
                  </a:lnTo>
                  <a:lnTo>
                    <a:pt x="1424134" y="4111819"/>
                  </a:lnTo>
                  <a:lnTo>
                    <a:pt x="1391610" y="4020525"/>
                  </a:lnTo>
                  <a:lnTo>
                    <a:pt x="1368981" y="3982496"/>
                  </a:lnTo>
                  <a:lnTo>
                    <a:pt x="1385265" y="3980431"/>
                  </a:lnTo>
                  <a:lnTo>
                    <a:pt x="1475826" y="4029443"/>
                  </a:lnTo>
                  <a:lnTo>
                    <a:pt x="1496947" y="4023415"/>
                  </a:lnTo>
                  <a:lnTo>
                    <a:pt x="1519132" y="4004999"/>
                  </a:lnTo>
                  <a:lnTo>
                    <a:pt x="1492111" y="3934846"/>
                  </a:lnTo>
                  <a:lnTo>
                    <a:pt x="1468904" y="3903094"/>
                  </a:lnTo>
                  <a:lnTo>
                    <a:pt x="1453153" y="3855609"/>
                  </a:lnTo>
                  <a:lnTo>
                    <a:pt x="1506176" y="3842768"/>
                  </a:lnTo>
                  <a:lnTo>
                    <a:pt x="1544468" y="3845617"/>
                  </a:lnTo>
                  <a:lnTo>
                    <a:pt x="1572688" y="3792187"/>
                  </a:lnTo>
                  <a:lnTo>
                    <a:pt x="1556404" y="3705806"/>
                  </a:lnTo>
                  <a:lnTo>
                    <a:pt x="1515272" y="3679215"/>
                  </a:lnTo>
                  <a:lnTo>
                    <a:pt x="1480929" y="3667654"/>
                  </a:lnTo>
                  <a:lnTo>
                    <a:pt x="1415082" y="3531972"/>
                  </a:lnTo>
                  <a:lnTo>
                    <a:pt x="1346396" y="3461695"/>
                  </a:lnTo>
                  <a:lnTo>
                    <a:pt x="1223888" y="3190621"/>
                  </a:lnTo>
                  <a:lnTo>
                    <a:pt x="1179073" y="3004565"/>
                  </a:lnTo>
                  <a:lnTo>
                    <a:pt x="1137408" y="3022237"/>
                  </a:lnTo>
                  <a:lnTo>
                    <a:pt x="1117175" y="2941183"/>
                  </a:lnTo>
                  <a:lnTo>
                    <a:pt x="1102666" y="2864424"/>
                  </a:lnTo>
                  <a:lnTo>
                    <a:pt x="1099782" y="2807979"/>
                  </a:lnTo>
                  <a:lnTo>
                    <a:pt x="1034468" y="2775649"/>
                  </a:lnTo>
                  <a:lnTo>
                    <a:pt x="1031805" y="2736092"/>
                  </a:lnTo>
                  <a:lnTo>
                    <a:pt x="1020047" y="2559574"/>
                  </a:lnTo>
                  <a:lnTo>
                    <a:pt x="949985" y="2535873"/>
                  </a:lnTo>
                  <a:lnTo>
                    <a:pt x="904682" y="2436817"/>
                  </a:lnTo>
                  <a:lnTo>
                    <a:pt x="896607" y="2249398"/>
                  </a:lnTo>
                  <a:lnTo>
                    <a:pt x="850461" y="2215291"/>
                  </a:lnTo>
                  <a:lnTo>
                    <a:pt x="813322" y="2224747"/>
                  </a:lnTo>
                  <a:lnTo>
                    <a:pt x="815053" y="2178295"/>
                  </a:lnTo>
                  <a:lnTo>
                    <a:pt x="823927" y="2134692"/>
                  </a:lnTo>
                  <a:lnTo>
                    <a:pt x="802229" y="1961931"/>
                  </a:lnTo>
                  <a:lnTo>
                    <a:pt x="794997" y="1804242"/>
                  </a:lnTo>
                  <a:lnTo>
                    <a:pt x="777382" y="1756633"/>
                  </a:lnTo>
                  <a:lnTo>
                    <a:pt x="767398" y="1700891"/>
                  </a:lnTo>
                  <a:lnTo>
                    <a:pt x="776361" y="1652746"/>
                  </a:lnTo>
                  <a:lnTo>
                    <a:pt x="789495" y="1625081"/>
                  </a:lnTo>
                  <a:lnTo>
                    <a:pt x="834709" y="1617814"/>
                  </a:lnTo>
                  <a:lnTo>
                    <a:pt x="876950" y="16603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h23"/>
            <p:cNvSpPr/>
            <p:nvPr/>
          </p:nvSpPr>
          <p:spPr>
            <a:xfrm>
              <a:off x="7669710" y="3353120"/>
              <a:ext cx="1002121" cy="914400"/>
            </a:xfrm>
            <a:custGeom>
              <a:avLst/>
              <a:gdLst/>
              <a:ahLst/>
              <a:cxnLst/>
              <a:rect l="0" t="0" r="0" b="0"/>
              <a:pathLst>
                <a:path w="1002121" h="914400">
                  <a:moveTo>
                    <a:pt x="914400" y="914400"/>
                  </a:moveTo>
                  <a:lnTo>
                    <a:pt x="890838" y="910394"/>
                  </a:lnTo>
                  <a:lnTo>
                    <a:pt x="869363" y="871457"/>
                  </a:lnTo>
                  <a:lnTo>
                    <a:pt x="912802" y="811998"/>
                  </a:lnTo>
                  <a:lnTo>
                    <a:pt x="979270" y="815219"/>
                  </a:lnTo>
                  <a:lnTo>
                    <a:pt x="1002121" y="827606"/>
                  </a:lnTo>
                  <a:lnTo>
                    <a:pt x="922564" y="8616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h24"/>
            <p:cNvSpPr/>
            <p:nvPr/>
          </p:nvSpPr>
          <p:spPr>
            <a:xfrm>
              <a:off x="7321442" y="2372753"/>
              <a:ext cx="966047" cy="914400"/>
            </a:xfrm>
            <a:custGeom>
              <a:avLst/>
              <a:gdLst/>
              <a:ahLst/>
              <a:cxnLst/>
              <a:rect l="0" t="0" r="0" b="0"/>
              <a:pathLst>
                <a:path w="966047" h="914400">
                  <a:moveTo>
                    <a:pt x="914400" y="914400"/>
                  </a:moveTo>
                  <a:lnTo>
                    <a:pt x="904416" y="911839"/>
                  </a:lnTo>
                  <a:lnTo>
                    <a:pt x="916840" y="872572"/>
                  </a:lnTo>
                  <a:lnTo>
                    <a:pt x="926069" y="855601"/>
                  </a:lnTo>
                  <a:lnTo>
                    <a:pt x="956685" y="839746"/>
                  </a:lnTo>
                  <a:lnTo>
                    <a:pt x="966047" y="842512"/>
                  </a:lnTo>
                  <a:lnTo>
                    <a:pt x="934544" y="9063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h25"/>
            <p:cNvSpPr/>
            <p:nvPr/>
          </p:nvSpPr>
          <p:spPr>
            <a:xfrm>
              <a:off x="7411604" y="2019552"/>
              <a:ext cx="972614" cy="914400"/>
            </a:xfrm>
            <a:custGeom>
              <a:avLst/>
              <a:gdLst/>
              <a:ahLst/>
              <a:cxnLst/>
              <a:rect l="0" t="0" r="0" b="0"/>
              <a:pathLst>
                <a:path w="972614" h="914400">
                  <a:moveTo>
                    <a:pt x="914400" y="914400"/>
                  </a:moveTo>
                  <a:lnTo>
                    <a:pt x="902952" y="880087"/>
                  </a:lnTo>
                  <a:lnTo>
                    <a:pt x="907522" y="873356"/>
                  </a:lnTo>
                  <a:lnTo>
                    <a:pt x="915331" y="839498"/>
                  </a:lnTo>
                  <a:lnTo>
                    <a:pt x="937384" y="820917"/>
                  </a:lnTo>
                  <a:lnTo>
                    <a:pt x="972614" y="832066"/>
                  </a:lnTo>
                  <a:lnTo>
                    <a:pt x="972392" y="840530"/>
                  </a:lnTo>
                  <a:lnTo>
                    <a:pt x="938715" y="867947"/>
                  </a:lnTo>
                  <a:lnTo>
                    <a:pt x="925803" y="8864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h26"/>
            <p:cNvSpPr/>
            <p:nvPr/>
          </p:nvSpPr>
          <p:spPr>
            <a:xfrm>
              <a:off x="8026808" y="6250494"/>
              <a:ext cx="948787" cy="917383"/>
            </a:xfrm>
            <a:custGeom>
              <a:avLst/>
              <a:gdLst/>
              <a:ahLst/>
              <a:cxnLst/>
              <a:rect l="0" t="0" r="0" b="0"/>
              <a:pathLst>
                <a:path w="948787" h="917383">
                  <a:moveTo>
                    <a:pt x="914400" y="914399"/>
                  </a:moveTo>
                  <a:lnTo>
                    <a:pt x="787143" y="903334"/>
                  </a:lnTo>
                  <a:lnTo>
                    <a:pt x="769040" y="893093"/>
                  </a:lnTo>
                  <a:lnTo>
                    <a:pt x="839057" y="820669"/>
                  </a:lnTo>
                  <a:lnTo>
                    <a:pt x="884671" y="745396"/>
                  </a:lnTo>
                  <a:lnTo>
                    <a:pt x="923407" y="647166"/>
                  </a:lnTo>
                  <a:lnTo>
                    <a:pt x="927533" y="579118"/>
                  </a:lnTo>
                  <a:lnTo>
                    <a:pt x="937206" y="502400"/>
                  </a:lnTo>
                  <a:lnTo>
                    <a:pt x="948787" y="496683"/>
                  </a:lnTo>
                  <a:lnTo>
                    <a:pt x="948787" y="91738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h27"/>
            <p:cNvSpPr/>
            <p:nvPr/>
          </p:nvSpPr>
          <p:spPr>
            <a:xfrm>
              <a:off x="5660234" y="6602003"/>
              <a:ext cx="3315361" cy="929884"/>
            </a:xfrm>
            <a:custGeom>
              <a:avLst/>
              <a:gdLst/>
              <a:ahLst/>
              <a:cxnLst/>
              <a:rect l="0" t="0" r="0" b="0"/>
              <a:pathLst>
                <a:path w="3315361" h="929884">
                  <a:moveTo>
                    <a:pt x="914400" y="914400"/>
                  </a:moveTo>
                  <a:lnTo>
                    <a:pt x="1174591" y="811585"/>
                  </a:lnTo>
                  <a:lnTo>
                    <a:pt x="1452487" y="715130"/>
                  </a:lnTo>
                  <a:lnTo>
                    <a:pt x="1517358" y="704642"/>
                  </a:lnTo>
                  <a:lnTo>
                    <a:pt x="1582583" y="684327"/>
                  </a:lnTo>
                  <a:lnTo>
                    <a:pt x="1606677" y="648239"/>
                  </a:lnTo>
                  <a:lnTo>
                    <a:pt x="1630726" y="624084"/>
                  </a:lnTo>
                  <a:lnTo>
                    <a:pt x="1668574" y="560455"/>
                  </a:lnTo>
                  <a:lnTo>
                    <a:pt x="1752258" y="461563"/>
                  </a:lnTo>
                  <a:lnTo>
                    <a:pt x="1900235" y="425558"/>
                  </a:lnTo>
                  <a:lnTo>
                    <a:pt x="1955477" y="378652"/>
                  </a:lnTo>
                  <a:lnTo>
                    <a:pt x="2071286" y="312958"/>
                  </a:lnTo>
                  <a:lnTo>
                    <a:pt x="2335294" y="239254"/>
                  </a:lnTo>
                  <a:lnTo>
                    <a:pt x="2445556" y="223068"/>
                  </a:lnTo>
                  <a:lnTo>
                    <a:pt x="2553599" y="221086"/>
                  </a:lnTo>
                  <a:lnTo>
                    <a:pt x="2649795" y="279223"/>
                  </a:lnTo>
                  <a:lnTo>
                    <a:pt x="2751627" y="350987"/>
                  </a:lnTo>
                  <a:lnTo>
                    <a:pt x="2769952" y="394301"/>
                  </a:lnTo>
                  <a:lnTo>
                    <a:pt x="2714843" y="367297"/>
                  </a:lnTo>
                  <a:lnTo>
                    <a:pt x="2634532" y="302842"/>
                  </a:lnTo>
                  <a:lnTo>
                    <a:pt x="2604848" y="300116"/>
                  </a:lnTo>
                  <a:lnTo>
                    <a:pt x="2673401" y="496165"/>
                  </a:lnTo>
                  <a:lnTo>
                    <a:pt x="2710894" y="565492"/>
                  </a:lnTo>
                  <a:lnTo>
                    <a:pt x="2786680" y="617354"/>
                  </a:lnTo>
                  <a:lnTo>
                    <a:pt x="2850219" y="634820"/>
                  </a:lnTo>
                  <a:lnTo>
                    <a:pt x="3045985" y="603397"/>
                  </a:lnTo>
                  <a:lnTo>
                    <a:pt x="3115514" y="562354"/>
                  </a:lnTo>
                  <a:lnTo>
                    <a:pt x="3135614" y="541585"/>
                  </a:lnTo>
                  <a:lnTo>
                    <a:pt x="3153717" y="551825"/>
                  </a:lnTo>
                  <a:lnTo>
                    <a:pt x="3280974" y="562891"/>
                  </a:lnTo>
                  <a:lnTo>
                    <a:pt x="3315361" y="565874"/>
                  </a:lnTo>
                  <a:lnTo>
                    <a:pt x="3315361" y="929884"/>
                  </a:lnTo>
                  <a:lnTo>
                    <a:pt x="884932" y="92988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h28"/>
            <p:cNvSpPr/>
            <p:nvPr/>
          </p:nvSpPr>
          <p:spPr>
            <a:xfrm>
              <a:off x="4432001" y="789251"/>
              <a:ext cx="1176187" cy="2604927"/>
            </a:xfrm>
            <a:custGeom>
              <a:avLst/>
              <a:gdLst/>
              <a:ahLst/>
              <a:cxnLst/>
              <a:rect l="0" t="0" r="0" b="0"/>
              <a:pathLst>
                <a:path w="1176187" h="2604927">
                  <a:moveTo>
                    <a:pt x="1051682" y="914400"/>
                  </a:moveTo>
                  <a:lnTo>
                    <a:pt x="1111050" y="1085632"/>
                  </a:lnTo>
                  <a:lnTo>
                    <a:pt x="1160347" y="1207399"/>
                  </a:lnTo>
                  <a:lnTo>
                    <a:pt x="1176187" y="1287668"/>
                  </a:lnTo>
                  <a:lnTo>
                    <a:pt x="1159903" y="1369052"/>
                  </a:lnTo>
                  <a:lnTo>
                    <a:pt x="1143086" y="1410715"/>
                  </a:lnTo>
                  <a:lnTo>
                    <a:pt x="1142554" y="1466829"/>
                  </a:lnTo>
                  <a:lnTo>
                    <a:pt x="1129598" y="1578520"/>
                  </a:lnTo>
                  <a:lnTo>
                    <a:pt x="1091394" y="1634965"/>
                  </a:lnTo>
                  <a:lnTo>
                    <a:pt x="1041388" y="1696530"/>
                  </a:lnTo>
                  <a:lnTo>
                    <a:pt x="985614" y="1742486"/>
                  </a:lnTo>
                  <a:lnTo>
                    <a:pt x="941376" y="1755410"/>
                  </a:lnTo>
                  <a:lnTo>
                    <a:pt x="903394" y="1760737"/>
                  </a:lnTo>
                  <a:lnTo>
                    <a:pt x="877881" y="1784107"/>
                  </a:lnTo>
                  <a:lnTo>
                    <a:pt x="854763" y="1852774"/>
                  </a:lnTo>
                  <a:lnTo>
                    <a:pt x="833421" y="1924909"/>
                  </a:lnTo>
                  <a:lnTo>
                    <a:pt x="763670" y="2013602"/>
                  </a:lnTo>
                  <a:lnTo>
                    <a:pt x="765533" y="2044487"/>
                  </a:lnTo>
                  <a:lnTo>
                    <a:pt x="792111" y="2149613"/>
                  </a:lnTo>
                  <a:lnTo>
                    <a:pt x="817004" y="2269315"/>
                  </a:lnTo>
                  <a:lnTo>
                    <a:pt x="795972" y="2381213"/>
                  </a:lnTo>
                  <a:lnTo>
                    <a:pt x="777957" y="2498686"/>
                  </a:lnTo>
                  <a:lnTo>
                    <a:pt x="746409" y="2576973"/>
                  </a:lnTo>
                  <a:lnTo>
                    <a:pt x="701328" y="2604927"/>
                  </a:lnTo>
                  <a:lnTo>
                    <a:pt x="668227" y="2590971"/>
                  </a:lnTo>
                  <a:lnTo>
                    <a:pt x="630778" y="2483573"/>
                  </a:lnTo>
                  <a:lnTo>
                    <a:pt x="629935" y="2458881"/>
                  </a:lnTo>
                  <a:lnTo>
                    <a:pt x="620617" y="2426055"/>
                  </a:lnTo>
                  <a:lnTo>
                    <a:pt x="514393" y="2393353"/>
                  </a:lnTo>
                  <a:lnTo>
                    <a:pt x="495624" y="2394550"/>
                  </a:lnTo>
                  <a:lnTo>
                    <a:pt x="453871" y="2375391"/>
                  </a:lnTo>
                  <a:lnTo>
                    <a:pt x="429378" y="2369982"/>
                  </a:lnTo>
                  <a:lnTo>
                    <a:pt x="379150" y="2358916"/>
                  </a:lnTo>
                  <a:lnTo>
                    <a:pt x="337397" y="2264154"/>
                  </a:lnTo>
                  <a:lnTo>
                    <a:pt x="293026" y="2185330"/>
                  </a:lnTo>
                  <a:lnTo>
                    <a:pt x="286725" y="2152380"/>
                  </a:lnTo>
                  <a:lnTo>
                    <a:pt x="288234" y="2004972"/>
                  </a:lnTo>
                  <a:lnTo>
                    <a:pt x="274656" y="1939402"/>
                  </a:lnTo>
                  <a:lnTo>
                    <a:pt x="270485" y="1867928"/>
                  </a:lnTo>
                  <a:lnTo>
                    <a:pt x="242576" y="1926065"/>
                  </a:lnTo>
                  <a:lnTo>
                    <a:pt x="258771" y="2017978"/>
                  </a:lnTo>
                  <a:lnTo>
                    <a:pt x="224340" y="2056544"/>
                  </a:lnTo>
                  <a:lnTo>
                    <a:pt x="180900" y="2075290"/>
                  </a:lnTo>
                  <a:lnTo>
                    <a:pt x="184982" y="2129133"/>
                  </a:lnTo>
                  <a:lnTo>
                    <a:pt x="202820" y="2139332"/>
                  </a:lnTo>
                  <a:lnTo>
                    <a:pt x="206547" y="2195240"/>
                  </a:lnTo>
                  <a:lnTo>
                    <a:pt x="195986" y="2277986"/>
                  </a:lnTo>
                  <a:lnTo>
                    <a:pt x="110483" y="2461978"/>
                  </a:lnTo>
                  <a:lnTo>
                    <a:pt x="93223" y="2481756"/>
                  </a:lnTo>
                  <a:lnTo>
                    <a:pt x="81509" y="2506613"/>
                  </a:lnTo>
                  <a:lnTo>
                    <a:pt x="37759" y="2490097"/>
                  </a:lnTo>
                  <a:lnTo>
                    <a:pt x="0" y="2524569"/>
                  </a:lnTo>
                  <a:lnTo>
                    <a:pt x="0" y="823188"/>
                  </a:lnTo>
                  <a:lnTo>
                    <a:pt x="1042590" y="82318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h29"/>
            <p:cNvSpPr/>
            <p:nvPr/>
          </p:nvSpPr>
          <p:spPr>
            <a:xfrm>
              <a:off x="3527673" y="6047592"/>
              <a:ext cx="917417" cy="1011285"/>
            </a:xfrm>
            <a:custGeom>
              <a:avLst/>
              <a:gdLst/>
              <a:ahLst/>
              <a:cxnLst/>
              <a:rect l="0" t="0" r="0" b="0"/>
              <a:pathLst>
                <a:path w="917417" h="1011285">
                  <a:moveTo>
                    <a:pt x="914400" y="914400"/>
                  </a:moveTo>
                  <a:lnTo>
                    <a:pt x="917417" y="992728"/>
                  </a:lnTo>
                  <a:lnTo>
                    <a:pt x="904327" y="1011285"/>
                  </a:lnTo>
                  <a:lnTo>
                    <a:pt x="904327" y="8967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h30"/>
            <p:cNvSpPr/>
            <p:nvPr/>
          </p:nvSpPr>
          <p:spPr>
            <a:xfrm>
              <a:off x="3582782" y="6204455"/>
              <a:ext cx="1332818" cy="1327431"/>
            </a:xfrm>
            <a:custGeom>
              <a:avLst/>
              <a:gdLst/>
              <a:ahLst/>
              <a:cxnLst/>
              <a:rect l="0" t="0" r="0" b="0"/>
              <a:pathLst>
                <a:path w="1332818" h="1327431">
                  <a:moveTo>
                    <a:pt x="914400" y="914400"/>
                  </a:moveTo>
                  <a:lnTo>
                    <a:pt x="926823" y="946730"/>
                  </a:lnTo>
                  <a:lnTo>
                    <a:pt x="945725" y="981621"/>
                  </a:lnTo>
                  <a:lnTo>
                    <a:pt x="1012992" y="956764"/>
                  </a:lnTo>
                  <a:lnTo>
                    <a:pt x="1181602" y="1059991"/>
                  </a:lnTo>
                  <a:lnTo>
                    <a:pt x="1283567" y="1009740"/>
                  </a:lnTo>
                  <a:lnTo>
                    <a:pt x="1309657" y="1006808"/>
                  </a:lnTo>
                  <a:lnTo>
                    <a:pt x="1332818" y="1090216"/>
                  </a:lnTo>
                  <a:lnTo>
                    <a:pt x="1307483" y="1174242"/>
                  </a:lnTo>
                  <a:lnTo>
                    <a:pt x="1217587" y="1263885"/>
                  </a:lnTo>
                  <a:lnTo>
                    <a:pt x="1237509" y="1319132"/>
                  </a:lnTo>
                  <a:lnTo>
                    <a:pt x="1256938" y="1327431"/>
                  </a:lnTo>
                  <a:lnTo>
                    <a:pt x="849218" y="1327431"/>
                  </a:lnTo>
                  <a:lnTo>
                    <a:pt x="849218" y="9214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h31"/>
            <p:cNvSpPr/>
            <p:nvPr/>
          </p:nvSpPr>
          <p:spPr>
            <a:xfrm>
              <a:off x="4019349" y="6609724"/>
              <a:ext cx="933481" cy="922162"/>
            </a:xfrm>
            <a:custGeom>
              <a:avLst/>
              <a:gdLst/>
              <a:ahLst/>
              <a:cxnLst/>
              <a:rect l="0" t="0" r="0" b="0"/>
              <a:pathLst>
                <a:path w="933481" h="922162">
                  <a:moveTo>
                    <a:pt x="914400" y="914400"/>
                  </a:moveTo>
                  <a:lnTo>
                    <a:pt x="933481" y="922162"/>
                  </a:lnTo>
                  <a:lnTo>
                    <a:pt x="858298" y="92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h32"/>
            <p:cNvSpPr/>
            <p:nvPr/>
          </p:nvSpPr>
          <p:spPr>
            <a:xfrm>
              <a:off x="4290278" y="6521486"/>
              <a:ext cx="1880664" cy="1010401"/>
            </a:xfrm>
            <a:custGeom>
              <a:avLst/>
              <a:gdLst/>
              <a:ahLst/>
              <a:cxnLst/>
              <a:rect l="0" t="0" r="0" b="0"/>
              <a:pathLst>
                <a:path w="1880664" h="1010401">
                  <a:moveTo>
                    <a:pt x="914400" y="914400"/>
                  </a:moveTo>
                  <a:lnTo>
                    <a:pt x="957883" y="887395"/>
                  </a:lnTo>
                  <a:lnTo>
                    <a:pt x="1101024" y="868071"/>
                  </a:lnTo>
                  <a:lnTo>
                    <a:pt x="1127070" y="819389"/>
                  </a:lnTo>
                  <a:lnTo>
                    <a:pt x="1185063" y="770419"/>
                  </a:lnTo>
                  <a:lnTo>
                    <a:pt x="1222423" y="716947"/>
                  </a:lnTo>
                  <a:lnTo>
                    <a:pt x="1311875" y="615165"/>
                  </a:lnTo>
                  <a:lnTo>
                    <a:pt x="1404433" y="633498"/>
                  </a:lnTo>
                  <a:lnTo>
                    <a:pt x="1458477" y="652988"/>
                  </a:lnTo>
                  <a:lnTo>
                    <a:pt x="1517801" y="662815"/>
                  </a:lnTo>
                  <a:lnTo>
                    <a:pt x="1571801" y="771327"/>
                  </a:lnTo>
                  <a:lnTo>
                    <a:pt x="1708375" y="891277"/>
                  </a:lnTo>
                  <a:lnTo>
                    <a:pt x="1833856" y="880830"/>
                  </a:lnTo>
                  <a:lnTo>
                    <a:pt x="1878405" y="994297"/>
                  </a:lnTo>
                  <a:lnTo>
                    <a:pt x="1880664" y="1010401"/>
                  </a:lnTo>
                  <a:lnTo>
                    <a:pt x="831382" y="10104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h33"/>
            <p:cNvSpPr/>
            <p:nvPr/>
          </p:nvSpPr>
          <p:spPr>
            <a:xfrm>
              <a:off x="5214261" y="6350748"/>
              <a:ext cx="914400" cy="973239"/>
            </a:xfrm>
            <a:custGeom>
              <a:avLst/>
              <a:gdLst/>
              <a:ahLst/>
              <a:cxnLst/>
              <a:rect l="0" t="0" r="0" b="0"/>
              <a:pathLst>
                <a:path w="914400" h="973239">
                  <a:moveTo>
                    <a:pt x="914400" y="914399"/>
                  </a:moveTo>
                  <a:lnTo>
                    <a:pt x="902197" y="943386"/>
                  </a:lnTo>
                  <a:lnTo>
                    <a:pt x="851126" y="895158"/>
                  </a:lnTo>
                  <a:lnTo>
                    <a:pt x="799833" y="895819"/>
                  </a:lnTo>
                  <a:lnTo>
                    <a:pt x="769173" y="970101"/>
                  </a:lnTo>
                  <a:lnTo>
                    <a:pt x="746366" y="973239"/>
                  </a:lnTo>
                  <a:lnTo>
                    <a:pt x="667164" y="905770"/>
                  </a:lnTo>
                  <a:lnTo>
                    <a:pt x="654474" y="872861"/>
                  </a:lnTo>
                  <a:lnTo>
                    <a:pt x="651856" y="845485"/>
                  </a:lnTo>
                  <a:lnTo>
                    <a:pt x="663171" y="750723"/>
                  </a:lnTo>
                  <a:lnTo>
                    <a:pt x="661085" y="720911"/>
                  </a:lnTo>
                  <a:lnTo>
                    <a:pt x="685977" y="688332"/>
                  </a:lnTo>
                  <a:lnTo>
                    <a:pt x="689838" y="641261"/>
                  </a:lnTo>
                  <a:lnTo>
                    <a:pt x="733854" y="591629"/>
                  </a:lnTo>
                  <a:lnTo>
                    <a:pt x="772900" y="589771"/>
                  </a:lnTo>
                  <a:lnTo>
                    <a:pt x="785324" y="631805"/>
                  </a:lnTo>
                  <a:lnTo>
                    <a:pt x="804004" y="660750"/>
                  </a:lnTo>
                  <a:lnTo>
                    <a:pt x="869807" y="693205"/>
                  </a:lnTo>
                  <a:lnTo>
                    <a:pt x="879613" y="707946"/>
                  </a:lnTo>
                  <a:lnTo>
                    <a:pt x="885558" y="728343"/>
                  </a:lnTo>
                  <a:lnTo>
                    <a:pt x="854942" y="768313"/>
                  </a:lnTo>
                  <a:lnTo>
                    <a:pt x="844559" y="788793"/>
                  </a:lnTo>
                  <a:lnTo>
                    <a:pt x="854277" y="821619"/>
                  </a:lnTo>
                  <a:lnTo>
                    <a:pt x="903041" y="8575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h34"/>
            <p:cNvSpPr/>
            <p:nvPr/>
          </p:nvSpPr>
          <p:spPr>
            <a:xfrm>
              <a:off x="5277090" y="6586808"/>
              <a:ext cx="1022187" cy="945079"/>
            </a:xfrm>
            <a:custGeom>
              <a:avLst/>
              <a:gdLst/>
              <a:ahLst/>
              <a:cxnLst/>
              <a:rect l="0" t="0" r="0" b="0"/>
              <a:pathLst>
                <a:path w="1022187" h="945079">
                  <a:moveTo>
                    <a:pt x="914400" y="914400"/>
                  </a:moveTo>
                  <a:lnTo>
                    <a:pt x="893811" y="894704"/>
                  </a:lnTo>
                  <a:lnTo>
                    <a:pt x="890750" y="866585"/>
                  </a:lnTo>
                  <a:lnTo>
                    <a:pt x="894078" y="837475"/>
                  </a:lnTo>
                  <a:lnTo>
                    <a:pt x="990008" y="915845"/>
                  </a:lnTo>
                  <a:lnTo>
                    <a:pt x="1022187" y="945079"/>
                  </a:lnTo>
                  <a:lnTo>
                    <a:pt x="934862" y="9450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h35"/>
            <p:cNvSpPr/>
            <p:nvPr/>
          </p:nvSpPr>
          <p:spPr>
            <a:xfrm>
              <a:off x="4030708" y="6265689"/>
              <a:ext cx="984151" cy="914400"/>
            </a:xfrm>
            <a:custGeom>
              <a:avLst/>
              <a:gdLst/>
              <a:ahLst/>
              <a:cxnLst/>
              <a:rect l="0" t="0" r="0" b="0"/>
              <a:pathLst>
                <a:path w="984151" h="914400">
                  <a:moveTo>
                    <a:pt x="914400" y="914400"/>
                  </a:moveTo>
                  <a:lnTo>
                    <a:pt x="887777" y="880582"/>
                  </a:lnTo>
                  <a:lnTo>
                    <a:pt x="860977" y="871994"/>
                  </a:lnTo>
                  <a:lnTo>
                    <a:pt x="875397" y="830290"/>
                  </a:lnTo>
                  <a:lnTo>
                    <a:pt x="894255" y="815136"/>
                  </a:lnTo>
                  <a:lnTo>
                    <a:pt x="961788" y="842306"/>
                  </a:lnTo>
                  <a:lnTo>
                    <a:pt x="982997" y="895488"/>
                  </a:lnTo>
                  <a:lnTo>
                    <a:pt x="984151" y="9127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h36"/>
            <p:cNvSpPr/>
            <p:nvPr/>
          </p:nvSpPr>
          <p:spPr>
            <a:xfrm>
              <a:off x="8061196" y="1246796"/>
              <a:ext cx="914400" cy="1142158"/>
            </a:xfrm>
            <a:custGeom>
              <a:avLst/>
              <a:gdLst/>
              <a:ahLst/>
              <a:cxnLst/>
              <a:rect l="0" t="0" r="0" b="0"/>
              <a:pathLst>
                <a:path w="914400" h="1142158">
                  <a:moveTo>
                    <a:pt x="914400" y="914400"/>
                  </a:moveTo>
                  <a:lnTo>
                    <a:pt x="914400" y="1133615"/>
                  </a:lnTo>
                  <a:lnTo>
                    <a:pt x="823439" y="1142158"/>
                  </a:lnTo>
                  <a:lnTo>
                    <a:pt x="798990" y="1127582"/>
                  </a:lnTo>
                  <a:lnTo>
                    <a:pt x="765490" y="1014239"/>
                  </a:lnTo>
                  <a:lnTo>
                    <a:pt x="772146" y="984964"/>
                  </a:lnTo>
                  <a:lnTo>
                    <a:pt x="794686" y="972494"/>
                  </a:lnTo>
                  <a:lnTo>
                    <a:pt x="813988" y="969810"/>
                  </a:lnTo>
                  <a:lnTo>
                    <a:pt x="816828" y="1030838"/>
                  </a:lnTo>
                  <a:lnTo>
                    <a:pt x="845181" y="1024768"/>
                  </a:lnTo>
                  <a:lnTo>
                    <a:pt x="854055" y="984551"/>
                  </a:lnTo>
                  <a:lnTo>
                    <a:pt x="856052" y="956225"/>
                  </a:lnTo>
                  <a:lnTo>
                    <a:pt x="848375" y="941939"/>
                  </a:lnTo>
                  <a:lnTo>
                    <a:pt x="829118" y="930873"/>
                  </a:lnTo>
                  <a:lnTo>
                    <a:pt x="817981" y="911879"/>
                  </a:lnTo>
                  <a:lnTo>
                    <a:pt x="833999" y="881324"/>
                  </a:lnTo>
                  <a:lnTo>
                    <a:pt x="863639" y="868111"/>
                  </a:lnTo>
                  <a:lnTo>
                    <a:pt x="889197" y="908947"/>
                  </a:lnTo>
                  <a:lnTo>
                    <a:pt x="909652" y="9143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h37"/>
            <p:cNvSpPr/>
            <p:nvPr/>
          </p:nvSpPr>
          <p:spPr>
            <a:xfrm>
              <a:off x="7910113" y="1404360"/>
              <a:ext cx="914400" cy="939504"/>
            </a:xfrm>
            <a:custGeom>
              <a:avLst/>
              <a:gdLst/>
              <a:ahLst/>
              <a:cxnLst/>
              <a:rect l="0" t="0" r="0" b="0"/>
              <a:pathLst>
                <a:path w="914400" h="939504">
                  <a:moveTo>
                    <a:pt x="914400" y="914400"/>
                  </a:moveTo>
                  <a:lnTo>
                    <a:pt x="897006" y="909651"/>
                  </a:lnTo>
                  <a:lnTo>
                    <a:pt x="883650" y="916134"/>
                  </a:lnTo>
                  <a:lnTo>
                    <a:pt x="874599" y="939504"/>
                  </a:lnTo>
                  <a:lnTo>
                    <a:pt x="854898" y="931122"/>
                  </a:lnTo>
                  <a:lnTo>
                    <a:pt x="846956" y="897635"/>
                  </a:lnTo>
                  <a:lnTo>
                    <a:pt x="861642" y="847508"/>
                  </a:lnTo>
                  <a:lnTo>
                    <a:pt x="896829" y="845609"/>
                  </a:lnTo>
                  <a:lnTo>
                    <a:pt x="912048" y="89544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h38"/>
            <p:cNvSpPr/>
            <p:nvPr/>
          </p:nvSpPr>
          <p:spPr>
            <a:xfrm>
              <a:off x="4685846" y="5192625"/>
              <a:ext cx="931305" cy="1685918"/>
            </a:xfrm>
            <a:custGeom>
              <a:avLst/>
              <a:gdLst/>
              <a:ahLst/>
              <a:cxnLst/>
              <a:rect l="0" t="0" r="0" b="0"/>
              <a:pathLst>
                <a:path w="931305" h="1685918">
                  <a:moveTo>
                    <a:pt x="914400" y="914400"/>
                  </a:moveTo>
                  <a:lnTo>
                    <a:pt x="902597" y="939050"/>
                  </a:lnTo>
                  <a:lnTo>
                    <a:pt x="885248" y="955277"/>
                  </a:lnTo>
                  <a:lnTo>
                    <a:pt x="839856" y="972496"/>
                  </a:lnTo>
                  <a:lnTo>
                    <a:pt x="800543" y="996527"/>
                  </a:lnTo>
                  <a:lnTo>
                    <a:pt x="765490" y="1038767"/>
                  </a:lnTo>
                  <a:lnTo>
                    <a:pt x="752578" y="1099134"/>
                  </a:lnTo>
                  <a:lnTo>
                    <a:pt x="780000" y="1143316"/>
                  </a:lnTo>
                  <a:lnTo>
                    <a:pt x="829873" y="1167512"/>
                  </a:lnTo>
                  <a:lnTo>
                    <a:pt x="842563" y="1251621"/>
                  </a:lnTo>
                  <a:lnTo>
                    <a:pt x="801386" y="1293119"/>
                  </a:lnTo>
                  <a:lnTo>
                    <a:pt x="695739" y="1334533"/>
                  </a:lnTo>
                  <a:lnTo>
                    <a:pt x="684646" y="1434498"/>
                  </a:lnTo>
                  <a:lnTo>
                    <a:pt x="688063" y="1513281"/>
                  </a:lnTo>
                  <a:lnTo>
                    <a:pt x="686155" y="1570551"/>
                  </a:lnTo>
                  <a:lnTo>
                    <a:pt x="677769" y="1649788"/>
                  </a:lnTo>
                  <a:lnTo>
                    <a:pt x="592310" y="1685918"/>
                  </a:lnTo>
                  <a:lnTo>
                    <a:pt x="537157" y="1565225"/>
                  </a:lnTo>
                  <a:lnTo>
                    <a:pt x="536669" y="1516915"/>
                  </a:lnTo>
                  <a:lnTo>
                    <a:pt x="520207" y="1460511"/>
                  </a:lnTo>
                  <a:lnTo>
                    <a:pt x="517101" y="1412449"/>
                  </a:lnTo>
                  <a:lnTo>
                    <a:pt x="497578" y="1335566"/>
                  </a:lnTo>
                  <a:lnTo>
                    <a:pt x="416734" y="1314755"/>
                  </a:lnTo>
                  <a:lnTo>
                    <a:pt x="385364" y="1312030"/>
                  </a:lnTo>
                  <a:lnTo>
                    <a:pt x="341481" y="1326316"/>
                  </a:lnTo>
                  <a:lnTo>
                    <a:pt x="330610" y="1320742"/>
                  </a:lnTo>
                  <a:lnTo>
                    <a:pt x="278074" y="1215740"/>
                  </a:lnTo>
                  <a:lnTo>
                    <a:pt x="286727" y="1099878"/>
                  </a:lnTo>
                  <a:lnTo>
                    <a:pt x="258684" y="1041410"/>
                  </a:lnTo>
                  <a:lnTo>
                    <a:pt x="254824" y="1014943"/>
                  </a:lnTo>
                  <a:lnTo>
                    <a:pt x="255489" y="985626"/>
                  </a:lnTo>
                  <a:lnTo>
                    <a:pt x="232461" y="961471"/>
                  </a:lnTo>
                  <a:lnTo>
                    <a:pt x="204507" y="948671"/>
                  </a:lnTo>
                  <a:lnTo>
                    <a:pt x="190930" y="883473"/>
                  </a:lnTo>
                  <a:lnTo>
                    <a:pt x="223054" y="867658"/>
                  </a:lnTo>
                  <a:lnTo>
                    <a:pt x="302478" y="875297"/>
                  </a:lnTo>
                  <a:lnTo>
                    <a:pt x="325684" y="870838"/>
                  </a:lnTo>
                  <a:lnTo>
                    <a:pt x="346938" y="857253"/>
                  </a:lnTo>
                  <a:lnTo>
                    <a:pt x="411187" y="750062"/>
                  </a:lnTo>
                  <a:lnTo>
                    <a:pt x="409324" y="726444"/>
                  </a:lnTo>
                  <a:lnTo>
                    <a:pt x="416201" y="695806"/>
                  </a:lnTo>
                  <a:lnTo>
                    <a:pt x="485731" y="684451"/>
                  </a:lnTo>
                  <a:lnTo>
                    <a:pt x="516702" y="725866"/>
                  </a:lnTo>
                  <a:lnTo>
                    <a:pt x="510490" y="792179"/>
                  </a:lnTo>
                  <a:lnTo>
                    <a:pt x="514439" y="877155"/>
                  </a:lnTo>
                  <a:lnTo>
                    <a:pt x="556547" y="900278"/>
                  </a:lnTo>
                  <a:lnTo>
                    <a:pt x="572964" y="903664"/>
                  </a:lnTo>
                  <a:lnTo>
                    <a:pt x="590491" y="840902"/>
                  </a:lnTo>
                  <a:lnTo>
                    <a:pt x="602782" y="810388"/>
                  </a:lnTo>
                  <a:lnTo>
                    <a:pt x="619465" y="793376"/>
                  </a:lnTo>
                  <a:lnTo>
                    <a:pt x="625145" y="736023"/>
                  </a:lnTo>
                  <a:lnTo>
                    <a:pt x="615250" y="701009"/>
                  </a:lnTo>
                  <a:lnTo>
                    <a:pt x="594174" y="674913"/>
                  </a:lnTo>
                  <a:lnTo>
                    <a:pt x="672888" y="603893"/>
                  </a:lnTo>
                  <a:lnTo>
                    <a:pt x="754353" y="547655"/>
                  </a:lnTo>
                  <a:lnTo>
                    <a:pt x="801741" y="544723"/>
                  </a:lnTo>
                  <a:lnTo>
                    <a:pt x="849440" y="558473"/>
                  </a:lnTo>
                  <a:lnTo>
                    <a:pt x="893767" y="577467"/>
                  </a:lnTo>
                  <a:lnTo>
                    <a:pt x="917816" y="593818"/>
                  </a:lnTo>
                  <a:lnTo>
                    <a:pt x="931305" y="620079"/>
                  </a:lnTo>
                  <a:lnTo>
                    <a:pt x="901576" y="682676"/>
                  </a:lnTo>
                  <a:lnTo>
                    <a:pt x="893323" y="716947"/>
                  </a:lnTo>
                  <a:lnTo>
                    <a:pt x="913290" y="82975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h39"/>
            <p:cNvSpPr/>
            <p:nvPr/>
          </p:nvSpPr>
          <p:spPr>
            <a:xfrm>
              <a:off x="3635317" y="3558789"/>
              <a:ext cx="1217498" cy="2405451"/>
            </a:xfrm>
            <a:custGeom>
              <a:avLst/>
              <a:gdLst/>
              <a:ahLst/>
              <a:cxnLst/>
              <a:rect l="0" t="0" r="0" b="0"/>
              <a:pathLst>
                <a:path w="1217498" h="2405451">
                  <a:moveTo>
                    <a:pt x="914400" y="914400"/>
                  </a:moveTo>
                  <a:lnTo>
                    <a:pt x="1038993" y="814311"/>
                  </a:lnTo>
                  <a:lnTo>
                    <a:pt x="1073825" y="813031"/>
                  </a:lnTo>
                  <a:lnTo>
                    <a:pt x="1015211" y="887643"/>
                  </a:lnTo>
                  <a:lnTo>
                    <a:pt x="1005804" y="916505"/>
                  </a:lnTo>
                  <a:lnTo>
                    <a:pt x="998704" y="960769"/>
                  </a:lnTo>
                  <a:lnTo>
                    <a:pt x="1040724" y="1056894"/>
                  </a:lnTo>
                  <a:lnTo>
                    <a:pt x="1031850" y="1115403"/>
                  </a:lnTo>
                  <a:lnTo>
                    <a:pt x="1034823" y="1230522"/>
                  </a:lnTo>
                  <a:lnTo>
                    <a:pt x="995199" y="1290517"/>
                  </a:lnTo>
                  <a:lnTo>
                    <a:pt x="950473" y="1418147"/>
                  </a:lnTo>
                  <a:lnTo>
                    <a:pt x="931216" y="1436934"/>
                  </a:lnTo>
                  <a:lnTo>
                    <a:pt x="927090" y="1585912"/>
                  </a:lnTo>
                  <a:lnTo>
                    <a:pt x="931482" y="1621463"/>
                  </a:lnTo>
                  <a:lnTo>
                    <a:pt x="925137" y="1757103"/>
                  </a:lnTo>
                  <a:lnTo>
                    <a:pt x="970973" y="1812639"/>
                  </a:lnTo>
                  <a:lnTo>
                    <a:pt x="1019426" y="1841667"/>
                  </a:lnTo>
                  <a:lnTo>
                    <a:pt x="1181025" y="1840634"/>
                  </a:lnTo>
                  <a:lnTo>
                    <a:pt x="1197797" y="1865037"/>
                  </a:lnTo>
                  <a:lnTo>
                    <a:pt x="1217498" y="1906989"/>
                  </a:lnTo>
                  <a:lnTo>
                    <a:pt x="1203078" y="1978215"/>
                  </a:lnTo>
                  <a:lnTo>
                    <a:pt x="1185817" y="2031935"/>
                  </a:lnTo>
                  <a:lnTo>
                    <a:pt x="1139006" y="2077189"/>
                  </a:lnTo>
                  <a:lnTo>
                    <a:pt x="1078927" y="2110924"/>
                  </a:lnTo>
                  <a:lnTo>
                    <a:pt x="1041567" y="2112410"/>
                  </a:lnTo>
                  <a:lnTo>
                    <a:pt x="990673" y="2048286"/>
                  </a:lnTo>
                  <a:lnTo>
                    <a:pt x="966491" y="2069096"/>
                  </a:lnTo>
                  <a:lnTo>
                    <a:pt x="941510" y="2101799"/>
                  </a:lnTo>
                  <a:lnTo>
                    <a:pt x="899668" y="2277284"/>
                  </a:lnTo>
                  <a:lnTo>
                    <a:pt x="879834" y="2395830"/>
                  </a:lnTo>
                  <a:lnTo>
                    <a:pt x="869097" y="2405451"/>
                  </a:lnTo>
                  <a:lnTo>
                    <a:pt x="845447" y="2387985"/>
                  </a:lnTo>
                  <a:lnTo>
                    <a:pt x="804581" y="2386622"/>
                  </a:lnTo>
                  <a:lnTo>
                    <a:pt x="796683" y="2390922"/>
                  </a:lnTo>
                  <a:lnTo>
                    <a:pt x="796683" y="94103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h40"/>
            <p:cNvSpPr/>
            <p:nvPr/>
          </p:nvSpPr>
          <p:spPr>
            <a:xfrm>
              <a:off x="3528339" y="5127963"/>
              <a:ext cx="914400" cy="935415"/>
            </a:xfrm>
            <a:custGeom>
              <a:avLst/>
              <a:gdLst/>
              <a:ahLst/>
              <a:cxnLst/>
              <a:rect l="0" t="0" r="0" b="0"/>
              <a:pathLst>
                <a:path w="914400" h="935415">
                  <a:moveTo>
                    <a:pt x="914400" y="914400"/>
                  </a:moveTo>
                  <a:lnTo>
                    <a:pt x="903662" y="935415"/>
                  </a:lnTo>
                  <a:lnTo>
                    <a:pt x="903662" y="8976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h41"/>
            <p:cNvSpPr/>
            <p:nvPr/>
          </p:nvSpPr>
          <p:spPr>
            <a:xfrm>
              <a:off x="3829662" y="5300311"/>
              <a:ext cx="974567" cy="1344691"/>
            </a:xfrm>
            <a:custGeom>
              <a:avLst/>
              <a:gdLst/>
              <a:ahLst/>
              <a:cxnLst/>
              <a:rect l="0" t="0" r="0" b="0"/>
              <a:pathLst>
                <a:path w="974567" h="1344691">
                  <a:moveTo>
                    <a:pt x="914400" y="914400"/>
                  </a:moveTo>
                  <a:lnTo>
                    <a:pt x="937694" y="1008501"/>
                  </a:lnTo>
                  <a:lnTo>
                    <a:pt x="974567" y="1113751"/>
                  </a:lnTo>
                  <a:lnTo>
                    <a:pt x="959170" y="1157809"/>
                  </a:lnTo>
                  <a:lnTo>
                    <a:pt x="969641" y="1214253"/>
                  </a:lnTo>
                  <a:lnTo>
                    <a:pt x="959126" y="1273134"/>
                  </a:lnTo>
                  <a:lnTo>
                    <a:pt x="885780" y="1341594"/>
                  </a:lnTo>
                  <a:lnTo>
                    <a:pt x="803516" y="1344691"/>
                  </a:lnTo>
                  <a:lnTo>
                    <a:pt x="718013" y="1311617"/>
                  </a:lnTo>
                  <a:lnTo>
                    <a:pt x="602338" y="1250636"/>
                  </a:lnTo>
                  <a:lnTo>
                    <a:pt x="602338" y="932009"/>
                  </a:lnTo>
                  <a:lnTo>
                    <a:pt x="732345" y="869393"/>
                  </a:lnTo>
                  <a:lnTo>
                    <a:pt x="763005" y="879426"/>
                  </a:lnTo>
                  <a:lnTo>
                    <a:pt x="794997" y="912087"/>
                  </a:lnTo>
                  <a:lnTo>
                    <a:pt x="831825" y="914028"/>
                  </a:lnTo>
                  <a:lnTo>
                    <a:pt x="885292" y="867700"/>
                  </a:lnTo>
                  <a:lnTo>
                    <a:pt x="895453" y="8702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h42"/>
            <p:cNvSpPr/>
            <p:nvPr/>
          </p:nvSpPr>
          <p:spPr>
            <a:xfrm>
              <a:off x="4216578" y="5915957"/>
              <a:ext cx="1017784" cy="1084146"/>
            </a:xfrm>
            <a:custGeom>
              <a:avLst/>
              <a:gdLst/>
              <a:ahLst/>
              <a:cxnLst/>
              <a:rect l="0" t="0" r="0" b="0"/>
              <a:pathLst>
                <a:path w="1017784" h="1084146">
                  <a:moveTo>
                    <a:pt x="914400" y="914400"/>
                  </a:moveTo>
                  <a:lnTo>
                    <a:pt x="968798" y="911385"/>
                  </a:lnTo>
                  <a:lnTo>
                    <a:pt x="1005804" y="933146"/>
                  </a:lnTo>
                  <a:lnTo>
                    <a:pt x="1014634" y="966756"/>
                  </a:lnTo>
                  <a:lnTo>
                    <a:pt x="1017784" y="1041369"/>
                  </a:lnTo>
                  <a:lnTo>
                    <a:pt x="978915" y="1063129"/>
                  </a:lnTo>
                  <a:lnTo>
                    <a:pt x="936008" y="1055738"/>
                  </a:lnTo>
                  <a:lnTo>
                    <a:pt x="877616" y="1084146"/>
                  </a:lnTo>
                  <a:lnTo>
                    <a:pt x="685933" y="962173"/>
                  </a:lnTo>
                  <a:lnTo>
                    <a:pt x="688728" y="860474"/>
                  </a:lnTo>
                  <a:lnTo>
                    <a:pt x="696405" y="820546"/>
                  </a:lnTo>
                  <a:lnTo>
                    <a:pt x="787232" y="811049"/>
                  </a:lnTo>
                  <a:lnTo>
                    <a:pt x="833999" y="86191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h43"/>
            <p:cNvSpPr/>
            <p:nvPr/>
          </p:nvSpPr>
          <p:spPr>
            <a:xfrm>
              <a:off x="3830994" y="5987431"/>
              <a:ext cx="1033136" cy="914400"/>
            </a:xfrm>
            <a:custGeom>
              <a:avLst/>
              <a:gdLst/>
              <a:ahLst/>
              <a:cxnLst/>
              <a:rect l="0" t="0" r="0" b="0"/>
              <a:pathLst>
                <a:path w="1033136" h="914400">
                  <a:moveTo>
                    <a:pt x="914400" y="914400"/>
                  </a:moveTo>
                  <a:lnTo>
                    <a:pt x="887023" y="845898"/>
                  </a:lnTo>
                  <a:lnTo>
                    <a:pt x="883473" y="824468"/>
                  </a:lnTo>
                  <a:lnTo>
                    <a:pt x="915642" y="780617"/>
                  </a:lnTo>
                  <a:lnTo>
                    <a:pt x="936452" y="730945"/>
                  </a:lnTo>
                  <a:lnTo>
                    <a:pt x="990274" y="654680"/>
                  </a:lnTo>
                  <a:lnTo>
                    <a:pt x="1021289" y="565327"/>
                  </a:lnTo>
                  <a:lnTo>
                    <a:pt x="1033136" y="566731"/>
                  </a:lnTo>
                  <a:lnTo>
                    <a:pt x="1019381" y="646298"/>
                  </a:lnTo>
                  <a:lnTo>
                    <a:pt x="948698" y="868236"/>
                  </a:lnTo>
                  <a:lnTo>
                    <a:pt x="934544" y="9096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h44"/>
            <p:cNvSpPr/>
            <p:nvPr/>
          </p:nvSpPr>
          <p:spPr>
            <a:xfrm>
              <a:off x="4658514" y="5813390"/>
              <a:ext cx="931749" cy="963783"/>
            </a:xfrm>
            <a:custGeom>
              <a:avLst/>
              <a:gdLst/>
              <a:ahLst/>
              <a:cxnLst/>
              <a:rect l="0" t="0" r="0" b="0"/>
              <a:pathLst>
                <a:path w="931749" h="963783">
                  <a:moveTo>
                    <a:pt x="914400" y="914400"/>
                  </a:moveTo>
                  <a:lnTo>
                    <a:pt x="844648" y="905150"/>
                  </a:lnTo>
                  <a:lnTo>
                    <a:pt x="766023" y="963783"/>
                  </a:lnTo>
                  <a:lnTo>
                    <a:pt x="736205" y="945244"/>
                  </a:lnTo>
                  <a:lnTo>
                    <a:pt x="747476" y="907793"/>
                  </a:lnTo>
                  <a:lnTo>
                    <a:pt x="755684" y="894167"/>
                  </a:lnTo>
                  <a:lnTo>
                    <a:pt x="782129" y="878270"/>
                  </a:lnTo>
                  <a:lnTo>
                    <a:pt x="799789" y="855023"/>
                  </a:lnTo>
                  <a:lnTo>
                    <a:pt x="806711" y="818646"/>
                  </a:lnTo>
                  <a:lnTo>
                    <a:pt x="823084" y="838259"/>
                  </a:lnTo>
                  <a:lnTo>
                    <a:pt x="871759" y="846476"/>
                  </a:lnTo>
                  <a:lnTo>
                    <a:pt x="895542" y="858079"/>
                  </a:lnTo>
                  <a:lnTo>
                    <a:pt x="915420" y="875132"/>
                  </a:lnTo>
                  <a:lnTo>
                    <a:pt x="931749" y="9018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h45"/>
            <p:cNvSpPr/>
            <p:nvPr/>
          </p:nvSpPr>
          <p:spPr>
            <a:xfrm>
              <a:off x="4686024" y="5303366"/>
              <a:ext cx="957173" cy="914400"/>
            </a:xfrm>
            <a:custGeom>
              <a:avLst/>
              <a:gdLst/>
              <a:ahLst/>
              <a:cxnLst/>
              <a:rect l="0" t="0" r="0" b="0"/>
              <a:pathLst>
                <a:path w="957173" h="914400">
                  <a:moveTo>
                    <a:pt x="914400" y="914400"/>
                  </a:moveTo>
                  <a:lnTo>
                    <a:pt x="904993" y="912500"/>
                  </a:lnTo>
                  <a:lnTo>
                    <a:pt x="891105" y="863158"/>
                  </a:lnTo>
                  <a:lnTo>
                    <a:pt x="913645" y="833139"/>
                  </a:lnTo>
                  <a:lnTo>
                    <a:pt x="926957" y="807663"/>
                  </a:lnTo>
                  <a:lnTo>
                    <a:pt x="936408" y="808406"/>
                  </a:lnTo>
                  <a:lnTo>
                    <a:pt x="949320" y="835947"/>
                  </a:lnTo>
                  <a:lnTo>
                    <a:pt x="957173" y="87843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h46"/>
            <p:cNvSpPr/>
            <p:nvPr/>
          </p:nvSpPr>
          <p:spPr>
            <a:xfrm>
              <a:off x="3707198" y="5909556"/>
              <a:ext cx="954200" cy="914400"/>
            </a:xfrm>
            <a:custGeom>
              <a:avLst/>
              <a:gdLst/>
              <a:ahLst/>
              <a:cxnLst/>
              <a:rect l="0" t="0" r="0" b="0"/>
              <a:pathLst>
                <a:path w="954200" h="914400">
                  <a:moveTo>
                    <a:pt x="914400" y="914400"/>
                  </a:moveTo>
                  <a:lnTo>
                    <a:pt x="879524" y="895984"/>
                  </a:lnTo>
                  <a:lnTo>
                    <a:pt x="822773" y="826615"/>
                  </a:lnTo>
                  <a:lnTo>
                    <a:pt x="815630" y="808200"/>
                  </a:lnTo>
                  <a:lnTo>
                    <a:pt x="845447" y="819967"/>
                  </a:lnTo>
                  <a:lnTo>
                    <a:pt x="882452" y="856221"/>
                  </a:lnTo>
                  <a:lnTo>
                    <a:pt x="912758" y="863942"/>
                  </a:lnTo>
                  <a:lnTo>
                    <a:pt x="954200" y="894621"/>
                  </a:lnTo>
                  <a:lnTo>
                    <a:pt x="944882" y="9056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h47"/>
            <p:cNvSpPr/>
            <p:nvPr/>
          </p:nvSpPr>
          <p:spPr>
            <a:xfrm>
              <a:off x="3517601" y="5874857"/>
              <a:ext cx="942220" cy="914400"/>
            </a:xfrm>
            <a:custGeom>
              <a:avLst/>
              <a:gdLst/>
              <a:ahLst/>
              <a:cxnLst/>
              <a:rect l="0" t="0" r="0" b="0"/>
              <a:pathLst>
                <a:path w="942220" h="914400">
                  <a:moveTo>
                    <a:pt x="914400" y="914400"/>
                  </a:moveTo>
                  <a:lnTo>
                    <a:pt x="914400" y="824154"/>
                  </a:lnTo>
                  <a:lnTo>
                    <a:pt x="940623" y="889269"/>
                  </a:lnTo>
                  <a:lnTo>
                    <a:pt x="942220" y="9074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h48"/>
            <p:cNvSpPr/>
            <p:nvPr/>
          </p:nvSpPr>
          <p:spPr>
            <a:xfrm>
              <a:off x="3785824" y="5124866"/>
              <a:ext cx="946835" cy="914400"/>
            </a:xfrm>
            <a:custGeom>
              <a:avLst/>
              <a:gdLst/>
              <a:ahLst/>
              <a:cxnLst/>
              <a:rect l="0" t="0" r="0" b="0"/>
              <a:pathLst>
                <a:path w="946835" h="914400">
                  <a:moveTo>
                    <a:pt x="914400" y="914400"/>
                  </a:moveTo>
                  <a:lnTo>
                    <a:pt x="885603" y="898585"/>
                  </a:lnTo>
                  <a:lnTo>
                    <a:pt x="882585" y="843875"/>
                  </a:lnTo>
                  <a:lnTo>
                    <a:pt x="893501" y="794739"/>
                  </a:lnTo>
                  <a:lnTo>
                    <a:pt x="880678" y="750805"/>
                  </a:lnTo>
                  <a:lnTo>
                    <a:pt x="894787" y="722563"/>
                  </a:lnTo>
                  <a:lnTo>
                    <a:pt x="935298" y="788339"/>
                  </a:lnTo>
                  <a:lnTo>
                    <a:pt x="946835" y="819266"/>
                  </a:lnTo>
                  <a:lnTo>
                    <a:pt x="931216" y="856221"/>
                  </a:lnTo>
                  <a:lnTo>
                    <a:pt x="922120" y="8992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h49"/>
            <p:cNvSpPr/>
            <p:nvPr/>
          </p:nvSpPr>
          <p:spPr>
            <a:xfrm>
              <a:off x="3977152" y="3886845"/>
              <a:ext cx="988499" cy="914400"/>
            </a:xfrm>
            <a:custGeom>
              <a:avLst/>
              <a:gdLst/>
              <a:ahLst/>
              <a:cxnLst/>
              <a:rect l="0" t="0" r="0" b="0"/>
              <a:pathLst>
                <a:path w="988499" h="914400">
                  <a:moveTo>
                    <a:pt x="914400" y="914400"/>
                  </a:moveTo>
                  <a:lnTo>
                    <a:pt x="851881" y="886363"/>
                  </a:lnTo>
                  <a:lnTo>
                    <a:pt x="879479" y="847178"/>
                  </a:lnTo>
                  <a:lnTo>
                    <a:pt x="948166" y="829134"/>
                  </a:lnTo>
                  <a:lnTo>
                    <a:pt x="988499" y="835080"/>
                  </a:lnTo>
                  <a:lnTo>
                    <a:pt x="944128" y="873976"/>
                  </a:lnTo>
                  <a:lnTo>
                    <a:pt x="932902" y="8945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h50"/>
            <p:cNvSpPr/>
            <p:nvPr/>
          </p:nvSpPr>
          <p:spPr>
            <a:xfrm>
              <a:off x="5812471" y="5767681"/>
              <a:ext cx="953624" cy="914400"/>
            </a:xfrm>
            <a:custGeom>
              <a:avLst/>
              <a:gdLst/>
              <a:ahLst/>
              <a:cxnLst/>
              <a:rect l="0" t="0" r="0" b="0"/>
              <a:pathLst>
                <a:path w="953624" h="914400">
                  <a:moveTo>
                    <a:pt x="914400" y="914400"/>
                  </a:moveTo>
                  <a:lnTo>
                    <a:pt x="839324" y="890699"/>
                  </a:lnTo>
                  <a:lnTo>
                    <a:pt x="747831" y="832107"/>
                  </a:lnTo>
                  <a:lnTo>
                    <a:pt x="761231" y="717277"/>
                  </a:lnTo>
                  <a:lnTo>
                    <a:pt x="784703" y="667646"/>
                  </a:lnTo>
                  <a:lnTo>
                    <a:pt x="951582" y="796349"/>
                  </a:lnTo>
                  <a:lnTo>
                    <a:pt x="953624" y="844866"/>
                  </a:lnTo>
                  <a:lnTo>
                    <a:pt x="931172" y="90007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5691800" y="5988858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8498283" y="2539035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5532556" y="5615408"/>
              <a:ext cx="117405" cy="117405"/>
            </a:xfrm>
            <a:prstGeom prst="ellipse">
              <a:avLst/>
            </a:prstGeom>
            <a:solidFill>
              <a:srgbClr val="FFD3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7431422" y="4348434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7259348" y="5228504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5728590" y="6292701"/>
              <a:ext cx="117405" cy="117405"/>
            </a:xfrm>
            <a:prstGeom prst="ellipse">
              <a:avLst/>
            </a:prstGeom>
            <a:solidFill>
              <a:srgbClr val="721F7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4880203" y="3348772"/>
              <a:ext cx="117405" cy="117405"/>
            </a:xfrm>
            <a:prstGeom prst="ellipse">
              <a:avLst/>
            </a:prstGeom>
            <a:solidFill>
              <a:srgbClr val="FFD69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5085873" y="4046224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g59"/>
            <p:cNvSpPr/>
            <p:nvPr/>
          </p:nvSpPr>
          <p:spPr>
            <a:xfrm>
              <a:off x="5678840" y="5797328"/>
              <a:ext cx="379476" cy="191749"/>
            </a:xfrm>
            <a:custGeom>
              <a:avLst/>
              <a:gdLst/>
              <a:ahLst/>
              <a:cxnLst/>
              <a:rect l="0" t="0" r="0" b="0"/>
              <a:pathLst>
                <a:path w="379476" h="191749">
                  <a:moveTo>
                    <a:pt x="27432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6" y="164317"/>
                  </a:lnTo>
                  <a:lnTo>
                    <a:pt x="379476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tx60"/>
            <p:cNvSpPr/>
            <p:nvPr/>
          </p:nvSpPr>
          <p:spPr>
            <a:xfrm>
              <a:off x="5724560" y="5843048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8255467" y="2657045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tx62"/>
            <p:cNvSpPr/>
            <p:nvPr/>
          </p:nvSpPr>
          <p:spPr>
            <a:xfrm>
              <a:off x="8301187" y="2702765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5505050" y="5422306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2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tx64"/>
            <p:cNvSpPr/>
            <p:nvPr/>
          </p:nvSpPr>
          <p:spPr>
            <a:xfrm>
              <a:off x="5550770" y="5468026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7169177" y="4466054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tx66"/>
            <p:cNvSpPr/>
            <p:nvPr/>
          </p:nvSpPr>
          <p:spPr>
            <a:xfrm>
              <a:off x="7214897" y="4511774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7021562" y="5346141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tx68"/>
            <p:cNvSpPr/>
            <p:nvPr/>
          </p:nvSpPr>
          <p:spPr>
            <a:xfrm>
              <a:off x="7067282" y="5391861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5805294" y="6100649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2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x70"/>
            <p:cNvSpPr/>
            <p:nvPr/>
          </p:nvSpPr>
          <p:spPr>
            <a:xfrm>
              <a:off x="5851014" y="6146369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4647929" y="3467748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2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tx72"/>
            <p:cNvSpPr/>
            <p:nvPr/>
          </p:nvSpPr>
          <p:spPr>
            <a:xfrm>
              <a:off x="4693649" y="3513468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5105395" y="3853021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2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x74"/>
            <p:cNvSpPr/>
            <p:nvPr/>
          </p:nvSpPr>
          <p:spPr>
            <a:xfrm>
              <a:off x="5151115" y="3898741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4204821" y="1316468"/>
              <a:ext cx="4997954" cy="6511391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tx76"/>
            <p:cNvSpPr/>
            <p:nvPr/>
          </p:nvSpPr>
          <p:spPr>
            <a:xfrm>
              <a:off x="3892468" y="749119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016827" y="747272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061541" y="749119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892468" y="664556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016827" y="662709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61541" y="664556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892468" y="580010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016827" y="578163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061541" y="580010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892468" y="495429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016827" y="493581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061541" y="495429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892468" y="410883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4016827" y="409036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061541" y="410883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892468" y="326320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4016827" y="324473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061541" y="326320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3892468" y="241756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4016827" y="239909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061541" y="241756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892468" y="157193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016827" y="15534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061541" y="157193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4170027" y="753188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4170027" y="66862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4170027" y="584061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4170027" y="499498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4170027" y="414934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4170027" y="330371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4170027" y="245807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4170027" y="161244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4432001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5340720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6249439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7158158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8066877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8975596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tx114"/>
            <p:cNvSpPr/>
            <p:nvPr/>
          </p:nvSpPr>
          <p:spPr>
            <a:xfrm>
              <a:off x="4310203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4434561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4479275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218922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343280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5387994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127641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6251999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6296713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7036360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160718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205432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7945079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8069437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8114151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8853798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978156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9022870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396834" y="803053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3529541" y="4522146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9341954" y="3854400"/>
              <a:ext cx="645850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5" name="tx135"/>
            <p:cNvSpPr/>
            <p:nvPr/>
          </p:nvSpPr>
          <p:spPr>
            <a:xfrm>
              <a:off x="9411543" y="3938711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11543" y="4123057"/>
              <a:ext cx="219455" cy="1097280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9587108" y="52185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9587108" y="494510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9587108" y="467169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9587108" y="439829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9587108" y="412488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9411543" y="52185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9411543" y="494510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9411543" y="467169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9411543" y="439829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9411543" y="412488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tx147"/>
            <p:cNvSpPr/>
            <p:nvPr/>
          </p:nvSpPr>
          <p:spPr>
            <a:xfrm>
              <a:off x="9700588" y="51785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9700588" y="490509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9700588" y="463169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700588" y="435828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9700588" y="408488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4204821" y="739935"/>
              <a:ext cx="2311968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Survival in Current 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4204821" y="986823"/>
              <a:ext cx="1033272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914400"/>
            <a:ext cx="11887200" cy="7315200"/>
            <a:chOff x="914400" y="914400"/>
            <a:chExt cx="11887200" cy="7315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3658606" y="914400"/>
              <a:ext cx="6398787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4204821" y="1316468"/>
              <a:ext cx="4997954" cy="6511391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4432001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5340720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6249439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7158158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8066877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8975596" y="1316468"/>
              <a:ext cx="0" cy="6511391"/>
            </a:xfrm>
            <a:custGeom>
              <a:avLst/>
              <a:gdLst/>
              <a:ahLst/>
              <a:cxnLst/>
              <a:rect l="0" t="0" r="0" b="0"/>
              <a:pathLst>
                <a:path h="6511391">
                  <a:moveTo>
                    <a:pt x="0" y="6511391"/>
                  </a:moveTo>
                  <a:lnTo>
                    <a:pt x="0" y="6446047"/>
                  </a:lnTo>
                  <a:lnTo>
                    <a:pt x="0" y="6369171"/>
                  </a:lnTo>
                  <a:lnTo>
                    <a:pt x="0" y="6292295"/>
                  </a:lnTo>
                  <a:lnTo>
                    <a:pt x="0" y="6215419"/>
                  </a:lnTo>
                  <a:lnTo>
                    <a:pt x="0" y="6138543"/>
                  </a:lnTo>
                  <a:lnTo>
                    <a:pt x="0" y="6061667"/>
                  </a:lnTo>
                  <a:lnTo>
                    <a:pt x="0" y="5984791"/>
                  </a:lnTo>
                  <a:lnTo>
                    <a:pt x="0" y="5907915"/>
                  </a:lnTo>
                  <a:lnTo>
                    <a:pt x="0" y="5831039"/>
                  </a:lnTo>
                  <a:lnTo>
                    <a:pt x="0" y="5754163"/>
                  </a:lnTo>
                  <a:lnTo>
                    <a:pt x="0" y="5677287"/>
                  </a:lnTo>
                  <a:lnTo>
                    <a:pt x="0" y="5600411"/>
                  </a:lnTo>
                  <a:lnTo>
                    <a:pt x="0" y="5523535"/>
                  </a:lnTo>
                  <a:lnTo>
                    <a:pt x="0" y="5446660"/>
                  </a:lnTo>
                  <a:lnTo>
                    <a:pt x="0" y="5369784"/>
                  </a:lnTo>
                  <a:lnTo>
                    <a:pt x="0" y="5292908"/>
                  </a:lnTo>
                  <a:lnTo>
                    <a:pt x="0" y="5216032"/>
                  </a:lnTo>
                  <a:lnTo>
                    <a:pt x="0" y="5139156"/>
                  </a:lnTo>
                  <a:lnTo>
                    <a:pt x="0" y="5062280"/>
                  </a:lnTo>
                  <a:lnTo>
                    <a:pt x="0" y="4985404"/>
                  </a:lnTo>
                  <a:lnTo>
                    <a:pt x="0" y="4908528"/>
                  </a:lnTo>
                  <a:lnTo>
                    <a:pt x="0" y="4831652"/>
                  </a:lnTo>
                  <a:lnTo>
                    <a:pt x="0" y="4754776"/>
                  </a:lnTo>
                  <a:lnTo>
                    <a:pt x="0" y="4677900"/>
                  </a:lnTo>
                  <a:lnTo>
                    <a:pt x="0" y="4601024"/>
                  </a:lnTo>
                  <a:lnTo>
                    <a:pt x="0" y="4524148"/>
                  </a:lnTo>
                  <a:lnTo>
                    <a:pt x="0" y="4447272"/>
                  </a:lnTo>
                  <a:lnTo>
                    <a:pt x="0" y="4370396"/>
                  </a:lnTo>
                  <a:lnTo>
                    <a:pt x="0" y="4293520"/>
                  </a:lnTo>
                  <a:lnTo>
                    <a:pt x="0" y="4216645"/>
                  </a:lnTo>
                  <a:lnTo>
                    <a:pt x="0" y="4139769"/>
                  </a:lnTo>
                  <a:lnTo>
                    <a:pt x="0" y="4062893"/>
                  </a:lnTo>
                  <a:lnTo>
                    <a:pt x="0" y="3986017"/>
                  </a:lnTo>
                  <a:lnTo>
                    <a:pt x="0" y="3909141"/>
                  </a:lnTo>
                  <a:lnTo>
                    <a:pt x="0" y="3832265"/>
                  </a:lnTo>
                  <a:lnTo>
                    <a:pt x="0" y="3755389"/>
                  </a:lnTo>
                  <a:lnTo>
                    <a:pt x="0" y="3678513"/>
                  </a:lnTo>
                  <a:lnTo>
                    <a:pt x="0" y="3601637"/>
                  </a:lnTo>
                  <a:lnTo>
                    <a:pt x="0" y="3524761"/>
                  </a:lnTo>
                  <a:lnTo>
                    <a:pt x="0" y="3447885"/>
                  </a:lnTo>
                  <a:lnTo>
                    <a:pt x="0" y="3371009"/>
                  </a:lnTo>
                  <a:lnTo>
                    <a:pt x="0" y="3294133"/>
                  </a:lnTo>
                  <a:lnTo>
                    <a:pt x="0" y="3217257"/>
                  </a:lnTo>
                  <a:lnTo>
                    <a:pt x="0" y="3140381"/>
                  </a:lnTo>
                  <a:lnTo>
                    <a:pt x="0" y="3063506"/>
                  </a:lnTo>
                  <a:lnTo>
                    <a:pt x="0" y="2986630"/>
                  </a:lnTo>
                  <a:lnTo>
                    <a:pt x="0" y="2909754"/>
                  </a:lnTo>
                  <a:lnTo>
                    <a:pt x="0" y="2832878"/>
                  </a:lnTo>
                  <a:lnTo>
                    <a:pt x="0" y="2756002"/>
                  </a:lnTo>
                  <a:lnTo>
                    <a:pt x="0" y="2679126"/>
                  </a:lnTo>
                  <a:lnTo>
                    <a:pt x="0" y="2602250"/>
                  </a:lnTo>
                  <a:lnTo>
                    <a:pt x="0" y="2525374"/>
                  </a:lnTo>
                  <a:lnTo>
                    <a:pt x="0" y="2448498"/>
                  </a:lnTo>
                  <a:lnTo>
                    <a:pt x="0" y="2371622"/>
                  </a:lnTo>
                  <a:lnTo>
                    <a:pt x="0" y="2294746"/>
                  </a:lnTo>
                  <a:lnTo>
                    <a:pt x="0" y="2217870"/>
                  </a:lnTo>
                  <a:lnTo>
                    <a:pt x="0" y="2140994"/>
                  </a:lnTo>
                  <a:lnTo>
                    <a:pt x="0" y="2064118"/>
                  </a:lnTo>
                  <a:lnTo>
                    <a:pt x="0" y="1987242"/>
                  </a:lnTo>
                  <a:lnTo>
                    <a:pt x="0" y="1910366"/>
                  </a:lnTo>
                  <a:lnTo>
                    <a:pt x="0" y="1833491"/>
                  </a:lnTo>
                  <a:lnTo>
                    <a:pt x="0" y="1756615"/>
                  </a:lnTo>
                  <a:lnTo>
                    <a:pt x="0" y="1679739"/>
                  </a:lnTo>
                  <a:lnTo>
                    <a:pt x="0" y="1602863"/>
                  </a:lnTo>
                  <a:lnTo>
                    <a:pt x="0" y="1525987"/>
                  </a:lnTo>
                  <a:lnTo>
                    <a:pt x="0" y="1449111"/>
                  </a:lnTo>
                  <a:lnTo>
                    <a:pt x="0" y="1372235"/>
                  </a:lnTo>
                  <a:lnTo>
                    <a:pt x="0" y="1295359"/>
                  </a:lnTo>
                  <a:lnTo>
                    <a:pt x="0" y="1218483"/>
                  </a:lnTo>
                  <a:lnTo>
                    <a:pt x="0" y="1141607"/>
                  </a:lnTo>
                  <a:lnTo>
                    <a:pt x="0" y="1064731"/>
                  </a:lnTo>
                  <a:lnTo>
                    <a:pt x="0" y="987855"/>
                  </a:lnTo>
                  <a:lnTo>
                    <a:pt x="0" y="910979"/>
                  </a:lnTo>
                  <a:lnTo>
                    <a:pt x="0" y="834103"/>
                  </a:lnTo>
                  <a:lnTo>
                    <a:pt x="0" y="757227"/>
                  </a:lnTo>
                  <a:lnTo>
                    <a:pt x="0" y="680352"/>
                  </a:lnTo>
                  <a:lnTo>
                    <a:pt x="0" y="603476"/>
                  </a:lnTo>
                  <a:lnTo>
                    <a:pt x="0" y="526600"/>
                  </a:lnTo>
                  <a:lnTo>
                    <a:pt x="0" y="449724"/>
                  </a:lnTo>
                  <a:lnTo>
                    <a:pt x="0" y="372848"/>
                  </a:lnTo>
                  <a:lnTo>
                    <a:pt x="0" y="295972"/>
                  </a:lnTo>
                  <a:lnTo>
                    <a:pt x="0" y="219096"/>
                  </a:lnTo>
                  <a:lnTo>
                    <a:pt x="0" y="142220"/>
                  </a:lnTo>
                  <a:lnTo>
                    <a:pt x="0" y="6534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4204821" y="7531887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4204821" y="6686252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4204821" y="5840616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4204821" y="4994981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4204821" y="4149346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4204821" y="3303711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4204821" y="2458075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4204821" y="1612440"/>
              <a:ext cx="4997954" cy="0"/>
            </a:xfrm>
            <a:custGeom>
              <a:avLst/>
              <a:gdLst/>
              <a:ahLst/>
              <a:cxnLst/>
              <a:rect l="0" t="0" r="0" b="0"/>
              <a:pathLst>
                <a:path w="4997954">
                  <a:moveTo>
                    <a:pt x="0" y="0"/>
                  </a:moveTo>
                  <a:lnTo>
                    <a:pt x="25242" y="0"/>
                  </a:lnTo>
                  <a:lnTo>
                    <a:pt x="89495" y="0"/>
                  </a:lnTo>
                  <a:lnTo>
                    <a:pt x="153747" y="0"/>
                  </a:lnTo>
                  <a:lnTo>
                    <a:pt x="218000" y="0"/>
                  </a:lnTo>
                  <a:lnTo>
                    <a:pt x="282253" y="0"/>
                  </a:lnTo>
                  <a:lnTo>
                    <a:pt x="346506" y="0"/>
                  </a:lnTo>
                  <a:lnTo>
                    <a:pt x="410759" y="0"/>
                  </a:lnTo>
                  <a:lnTo>
                    <a:pt x="475012" y="0"/>
                  </a:lnTo>
                  <a:lnTo>
                    <a:pt x="539265" y="0"/>
                  </a:lnTo>
                  <a:lnTo>
                    <a:pt x="603517" y="0"/>
                  </a:lnTo>
                  <a:lnTo>
                    <a:pt x="667770" y="0"/>
                  </a:lnTo>
                  <a:lnTo>
                    <a:pt x="732023" y="0"/>
                  </a:lnTo>
                  <a:lnTo>
                    <a:pt x="796276" y="0"/>
                  </a:lnTo>
                  <a:lnTo>
                    <a:pt x="860529" y="0"/>
                  </a:lnTo>
                  <a:lnTo>
                    <a:pt x="924782" y="0"/>
                  </a:lnTo>
                  <a:lnTo>
                    <a:pt x="989035" y="0"/>
                  </a:lnTo>
                  <a:lnTo>
                    <a:pt x="1053287" y="0"/>
                  </a:lnTo>
                  <a:lnTo>
                    <a:pt x="1117540" y="0"/>
                  </a:lnTo>
                  <a:lnTo>
                    <a:pt x="1181793" y="0"/>
                  </a:lnTo>
                  <a:lnTo>
                    <a:pt x="1246046" y="0"/>
                  </a:lnTo>
                  <a:lnTo>
                    <a:pt x="1310299" y="0"/>
                  </a:lnTo>
                  <a:lnTo>
                    <a:pt x="1374552" y="0"/>
                  </a:lnTo>
                  <a:lnTo>
                    <a:pt x="1438805" y="0"/>
                  </a:lnTo>
                  <a:lnTo>
                    <a:pt x="1503057" y="0"/>
                  </a:lnTo>
                  <a:lnTo>
                    <a:pt x="1567310" y="0"/>
                  </a:lnTo>
                  <a:lnTo>
                    <a:pt x="1631563" y="0"/>
                  </a:lnTo>
                  <a:lnTo>
                    <a:pt x="1695816" y="0"/>
                  </a:lnTo>
                  <a:lnTo>
                    <a:pt x="1760069" y="0"/>
                  </a:lnTo>
                  <a:lnTo>
                    <a:pt x="1824322" y="0"/>
                  </a:lnTo>
                  <a:lnTo>
                    <a:pt x="1888575" y="0"/>
                  </a:lnTo>
                  <a:lnTo>
                    <a:pt x="1952827" y="0"/>
                  </a:lnTo>
                  <a:lnTo>
                    <a:pt x="2017080" y="0"/>
                  </a:lnTo>
                  <a:lnTo>
                    <a:pt x="2081333" y="0"/>
                  </a:lnTo>
                  <a:lnTo>
                    <a:pt x="2145586" y="0"/>
                  </a:lnTo>
                  <a:lnTo>
                    <a:pt x="2209839" y="0"/>
                  </a:lnTo>
                  <a:lnTo>
                    <a:pt x="2274092" y="0"/>
                  </a:lnTo>
                  <a:lnTo>
                    <a:pt x="2338345" y="0"/>
                  </a:lnTo>
                  <a:lnTo>
                    <a:pt x="2402598" y="0"/>
                  </a:lnTo>
                  <a:lnTo>
                    <a:pt x="2466850" y="0"/>
                  </a:lnTo>
                  <a:lnTo>
                    <a:pt x="2531103" y="0"/>
                  </a:lnTo>
                  <a:lnTo>
                    <a:pt x="2595356" y="0"/>
                  </a:lnTo>
                  <a:lnTo>
                    <a:pt x="2659609" y="0"/>
                  </a:lnTo>
                  <a:lnTo>
                    <a:pt x="2723862" y="0"/>
                  </a:lnTo>
                  <a:lnTo>
                    <a:pt x="2788115" y="0"/>
                  </a:lnTo>
                  <a:lnTo>
                    <a:pt x="2852368" y="0"/>
                  </a:lnTo>
                  <a:lnTo>
                    <a:pt x="2916620" y="0"/>
                  </a:lnTo>
                  <a:lnTo>
                    <a:pt x="2980873" y="0"/>
                  </a:lnTo>
                  <a:lnTo>
                    <a:pt x="3045126" y="0"/>
                  </a:lnTo>
                  <a:lnTo>
                    <a:pt x="3109379" y="0"/>
                  </a:lnTo>
                  <a:lnTo>
                    <a:pt x="3173632" y="0"/>
                  </a:lnTo>
                  <a:lnTo>
                    <a:pt x="3237885" y="0"/>
                  </a:lnTo>
                  <a:lnTo>
                    <a:pt x="3302138" y="0"/>
                  </a:lnTo>
                  <a:lnTo>
                    <a:pt x="3366390" y="0"/>
                  </a:lnTo>
                  <a:lnTo>
                    <a:pt x="3430643" y="0"/>
                  </a:lnTo>
                  <a:lnTo>
                    <a:pt x="3494896" y="0"/>
                  </a:lnTo>
                  <a:lnTo>
                    <a:pt x="3559149" y="0"/>
                  </a:lnTo>
                  <a:lnTo>
                    <a:pt x="3623402" y="0"/>
                  </a:lnTo>
                  <a:lnTo>
                    <a:pt x="3687655" y="0"/>
                  </a:lnTo>
                  <a:lnTo>
                    <a:pt x="3751908" y="0"/>
                  </a:lnTo>
                  <a:lnTo>
                    <a:pt x="3816160" y="0"/>
                  </a:lnTo>
                  <a:lnTo>
                    <a:pt x="3880413" y="0"/>
                  </a:lnTo>
                  <a:lnTo>
                    <a:pt x="3944666" y="0"/>
                  </a:lnTo>
                  <a:lnTo>
                    <a:pt x="4008919" y="0"/>
                  </a:lnTo>
                  <a:lnTo>
                    <a:pt x="4073172" y="0"/>
                  </a:lnTo>
                  <a:lnTo>
                    <a:pt x="4137425" y="0"/>
                  </a:lnTo>
                  <a:lnTo>
                    <a:pt x="4201678" y="0"/>
                  </a:lnTo>
                  <a:lnTo>
                    <a:pt x="4265930" y="0"/>
                  </a:lnTo>
                  <a:lnTo>
                    <a:pt x="4330183" y="0"/>
                  </a:lnTo>
                  <a:lnTo>
                    <a:pt x="4394436" y="0"/>
                  </a:lnTo>
                  <a:lnTo>
                    <a:pt x="4458689" y="0"/>
                  </a:lnTo>
                  <a:lnTo>
                    <a:pt x="4522942" y="0"/>
                  </a:lnTo>
                  <a:lnTo>
                    <a:pt x="4587195" y="0"/>
                  </a:lnTo>
                  <a:lnTo>
                    <a:pt x="4651448" y="0"/>
                  </a:lnTo>
                  <a:lnTo>
                    <a:pt x="4715700" y="0"/>
                  </a:lnTo>
                  <a:lnTo>
                    <a:pt x="4779953" y="0"/>
                  </a:lnTo>
                  <a:lnTo>
                    <a:pt x="4844206" y="0"/>
                  </a:lnTo>
                  <a:lnTo>
                    <a:pt x="4908459" y="0"/>
                  </a:lnTo>
                  <a:lnTo>
                    <a:pt x="4972712" y="0"/>
                  </a:lnTo>
                  <a:lnTo>
                    <a:pt x="4997954" y="0"/>
                  </a:lnTo>
                  <a:lnTo>
                    <a:pt x="499795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h20"/>
            <p:cNvSpPr/>
            <p:nvPr/>
          </p:nvSpPr>
          <p:spPr>
            <a:xfrm>
              <a:off x="7603997" y="3393833"/>
              <a:ext cx="951982" cy="1668369"/>
            </a:xfrm>
            <a:custGeom>
              <a:avLst/>
              <a:gdLst/>
              <a:ahLst/>
              <a:cxnLst/>
              <a:rect l="0" t="0" r="0" b="0"/>
              <a:pathLst>
                <a:path w="951982" h="1668369">
                  <a:moveTo>
                    <a:pt x="914400" y="914400"/>
                  </a:moveTo>
                  <a:lnTo>
                    <a:pt x="892303" y="974023"/>
                  </a:lnTo>
                  <a:lnTo>
                    <a:pt x="861864" y="984098"/>
                  </a:lnTo>
                  <a:lnTo>
                    <a:pt x="832668" y="1003959"/>
                  </a:lnTo>
                  <a:lnTo>
                    <a:pt x="822241" y="1192617"/>
                  </a:lnTo>
                  <a:lnTo>
                    <a:pt x="875397" y="1264298"/>
                  </a:lnTo>
                  <a:lnTo>
                    <a:pt x="846201" y="1274331"/>
                  </a:lnTo>
                  <a:lnTo>
                    <a:pt x="819490" y="1295802"/>
                  </a:lnTo>
                  <a:lnTo>
                    <a:pt x="800410" y="1327555"/>
                  </a:lnTo>
                  <a:lnTo>
                    <a:pt x="780887" y="1395891"/>
                  </a:lnTo>
                  <a:lnTo>
                    <a:pt x="707542" y="1434622"/>
                  </a:lnTo>
                  <a:lnTo>
                    <a:pt x="679765" y="1463278"/>
                  </a:lnTo>
                  <a:lnTo>
                    <a:pt x="638811" y="1527031"/>
                  </a:lnTo>
                  <a:lnTo>
                    <a:pt x="617468" y="1619564"/>
                  </a:lnTo>
                  <a:lnTo>
                    <a:pt x="575982" y="1659038"/>
                  </a:lnTo>
                  <a:lnTo>
                    <a:pt x="529392" y="1668369"/>
                  </a:lnTo>
                  <a:lnTo>
                    <a:pt x="556724" y="1592559"/>
                  </a:lnTo>
                  <a:lnTo>
                    <a:pt x="592532" y="1530788"/>
                  </a:lnTo>
                  <a:lnTo>
                    <a:pt x="558100" y="1488424"/>
                  </a:lnTo>
                  <a:lnTo>
                    <a:pt x="537379" y="1422111"/>
                  </a:lnTo>
                  <a:lnTo>
                    <a:pt x="510623" y="1371241"/>
                  </a:lnTo>
                  <a:lnTo>
                    <a:pt x="531921" y="1314425"/>
                  </a:lnTo>
                  <a:lnTo>
                    <a:pt x="521450" y="1221314"/>
                  </a:lnTo>
                  <a:lnTo>
                    <a:pt x="524910" y="1130433"/>
                  </a:lnTo>
                  <a:lnTo>
                    <a:pt x="555970" y="1084559"/>
                  </a:lnTo>
                  <a:lnTo>
                    <a:pt x="591556" y="1047149"/>
                  </a:lnTo>
                  <a:lnTo>
                    <a:pt x="646975" y="961141"/>
                  </a:lnTo>
                  <a:lnTo>
                    <a:pt x="707054" y="898792"/>
                  </a:lnTo>
                  <a:lnTo>
                    <a:pt x="790871" y="870755"/>
                  </a:lnTo>
                  <a:lnTo>
                    <a:pt x="828719" y="896603"/>
                  </a:lnTo>
                  <a:lnTo>
                    <a:pt x="845048" y="839911"/>
                  </a:lnTo>
                  <a:lnTo>
                    <a:pt x="872070" y="826987"/>
                  </a:lnTo>
                  <a:lnTo>
                    <a:pt x="897450" y="840076"/>
                  </a:lnTo>
                  <a:lnTo>
                    <a:pt x="951982" y="89425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h21"/>
            <p:cNvSpPr/>
            <p:nvPr/>
          </p:nvSpPr>
          <p:spPr>
            <a:xfrm>
              <a:off x="6460555" y="4703179"/>
              <a:ext cx="1205429" cy="934327"/>
            </a:xfrm>
            <a:custGeom>
              <a:avLst/>
              <a:gdLst/>
              <a:ahLst/>
              <a:cxnLst/>
              <a:rect l="0" t="0" r="0" b="0"/>
              <a:pathLst>
                <a:path w="1205429" h="934327">
                  <a:moveTo>
                    <a:pt x="914400" y="934327"/>
                  </a:moveTo>
                  <a:lnTo>
                    <a:pt x="893723" y="931313"/>
                  </a:lnTo>
                  <a:lnTo>
                    <a:pt x="879923" y="874538"/>
                  </a:lnTo>
                  <a:lnTo>
                    <a:pt x="876684" y="728452"/>
                  </a:lnTo>
                  <a:lnTo>
                    <a:pt x="884937" y="656275"/>
                  </a:lnTo>
                  <a:lnTo>
                    <a:pt x="984018" y="395937"/>
                  </a:lnTo>
                  <a:lnTo>
                    <a:pt x="1028256" y="374672"/>
                  </a:lnTo>
                  <a:lnTo>
                    <a:pt x="1090464" y="215124"/>
                  </a:lnTo>
                  <a:lnTo>
                    <a:pt x="1107236" y="144146"/>
                  </a:lnTo>
                  <a:lnTo>
                    <a:pt x="1134214" y="80227"/>
                  </a:lnTo>
                  <a:lnTo>
                    <a:pt x="1150143" y="23081"/>
                  </a:lnTo>
                  <a:lnTo>
                    <a:pt x="1163499" y="0"/>
                  </a:lnTo>
                  <a:lnTo>
                    <a:pt x="1192517" y="10818"/>
                  </a:lnTo>
                  <a:lnTo>
                    <a:pt x="1205429" y="21347"/>
                  </a:lnTo>
                  <a:lnTo>
                    <a:pt x="1174858" y="54627"/>
                  </a:lnTo>
                  <a:lnTo>
                    <a:pt x="1178407" y="97941"/>
                  </a:lnTo>
                  <a:lnTo>
                    <a:pt x="1176277" y="115903"/>
                  </a:lnTo>
                  <a:lnTo>
                    <a:pt x="1099116" y="304313"/>
                  </a:lnTo>
                  <a:lnTo>
                    <a:pt x="1078484" y="426657"/>
                  </a:lnTo>
                  <a:lnTo>
                    <a:pt x="1051107" y="456510"/>
                  </a:lnTo>
                  <a:lnTo>
                    <a:pt x="937739" y="8917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h22"/>
            <p:cNvSpPr/>
            <p:nvPr/>
          </p:nvSpPr>
          <p:spPr>
            <a:xfrm>
              <a:off x="4185829" y="1612440"/>
              <a:ext cx="4331059" cy="4780894"/>
            </a:xfrm>
            <a:custGeom>
              <a:avLst/>
              <a:gdLst/>
              <a:ahLst/>
              <a:cxnLst/>
              <a:rect l="0" t="0" r="0" b="0"/>
              <a:pathLst>
                <a:path w="4331059" h="4780894">
                  <a:moveTo>
                    <a:pt x="914400" y="1767782"/>
                  </a:moveTo>
                  <a:lnTo>
                    <a:pt x="947500" y="1781738"/>
                  </a:lnTo>
                  <a:lnTo>
                    <a:pt x="992581" y="1753784"/>
                  </a:lnTo>
                  <a:lnTo>
                    <a:pt x="1024129" y="1675497"/>
                  </a:lnTo>
                  <a:lnTo>
                    <a:pt x="1042144" y="1558025"/>
                  </a:lnTo>
                  <a:lnTo>
                    <a:pt x="1063176" y="1446127"/>
                  </a:lnTo>
                  <a:lnTo>
                    <a:pt x="1038283" y="1326425"/>
                  </a:lnTo>
                  <a:lnTo>
                    <a:pt x="1011705" y="1221298"/>
                  </a:lnTo>
                  <a:lnTo>
                    <a:pt x="1009842" y="1190413"/>
                  </a:lnTo>
                  <a:lnTo>
                    <a:pt x="1079593" y="1101720"/>
                  </a:lnTo>
                  <a:lnTo>
                    <a:pt x="1100935" y="1029585"/>
                  </a:lnTo>
                  <a:lnTo>
                    <a:pt x="1124053" y="960919"/>
                  </a:lnTo>
                  <a:lnTo>
                    <a:pt x="1149566" y="937548"/>
                  </a:lnTo>
                  <a:lnTo>
                    <a:pt x="1187548" y="932222"/>
                  </a:lnTo>
                  <a:lnTo>
                    <a:pt x="1231786" y="919298"/>
                  </a:lnTo>
                  <a:lnTo>
                    <a:pt x="1287560" y="873341"/>
                  </a:lnTo>
                  <a:lnTo>
                    <a:pt x="1337566" y="811776"/>
                  </a:lnTo>
                  <a:lnTo>
                    <a:pt x="1375770" y="755332"/>
                  </a:lnTo>
                  <a:lnTo>
                    <a:pt x="1388726" y="643640"/>
                  </a:lnTo>
                  <a:lnTo>
                    <a:pt x="1389258" y="587526"/>
                  </a:lnTo>
                  <a:lnTo>
                    <a:pt x="1406075" y="545864"/>
                  </a:lnTo>
                  <a:lnTo>
                    <a:pt x="1422359" y="464480"/>
                  </a:lnTo>
                  <a:lnTo>
                    <a:pt x="1406519" y="384210"/>
                  </a:lnTo>
                  <a:lnTo>
                    <a:pt x="1357223" y="262444"/>
                  </a:lnTo>
                  <a:lnTo>
                    <a:pt x="1297854" y="91211"/>
                  </a:lnTo>
                  <a:lnTo>
                    <a:pt x="1288763" y="0"/>
                  </a:lnTo>
                  <a:lnTo>
                    <a:pt x="3522330" y="0"/>
                  </a:lnTo>
                  <a:lnTo>
                    <a:pt x="3523417" y="11974"/>
                  </a:lnTo>
                  <a:lnTo>
                    <a:pt x="3518891" y="40712"/>
                  </a:lnTo>
                  <a:lnTo>
                    <a:pt x="3553412" y="158845"/>
                  </a:lnTo>
                  <a:lnTo>
                    <a:pt x="3545381" y="200260"/>
                  </a:lnTo>
                  <a:lnTo>
                    <a:pt x="3540722" y="253029"/>
                  </a:lnTo>
                  <a:lnTo>
                    <a:pt x="3590195" y="303735"/>
                  </a:lnTo>
                  <a:lnTo>
                    <a:pt x="3634345" y="302909"/>
                  </a:lnTo>
                  <a:lnTo>
                    <a:pt x="3679071" y="302124"/>
                  </a:lnTo>
                  <a:lnTo>
                    <a:pt x="3696153" y="314842"/>
                  </a:lnTo>
                  <a:lnTo>
                    <a:pt x="3713281" y="350723"/>
                  </a:lnTo>
                  <a:lnTo>
                    <a:pt x="3727080" y="393088"/>
                  </a:lnTo>
                  <a:lnTo>
                    <a:pt x="3763908" y="389578"/>
                  </a:lnTo>
                  <a:lnTo>
                    <a:pt x="3822700" y="355100"/>
                  </a:lnTo>
                  <a:lnTo>
                    <a:pt x="3860948" y="346883"/>
                  </a:lnTo>
                  <a:lnTo>
                    <a:pt x="3886195" y="413155"/>
                  </a:lnTo>
                  <a:lnTo>
                    <a:pt x="3954881" y="500692"/>
                  </a:lnTo>
                  <a:lnTo>
                    <a:pt x="3994859" y="539918"/>
                  </a:lnTo>
                  <a:lnTo>
                    <a:pt x="4062791" y="560563"/>
                  </a:lnTo>
                  <a:lnTo>
                    <a:pt x="4134362" y="631212"/>
                  </a:lnTo>
                  <a:lnTo>
                    <a:pt x="4124334" y="716353"/>
                  </a:lnTo>
                  <a:lnTo>
                    <a:pt x="4154196" y="744803"/>
                  </a:lnTo>
                  <a:lnTo>
                    <a:pt x="4238634" y="778413"/>
                  </a:lnTo>
                  <a:lnTo>
                    <a:pt x="4268496" y="823751"/>
                  </a:lnTo>
                  <a:lnTo>
                    <a:pt x="4282827" y="862399"/>
                  </a:lnTo>
                  <a:lnTo>
                    <a:pt x="4305057" y="894440"/>
                  </a:lnTo>
                  <a:lnTo>
                    <a:pt x="4331059" y="991267"/>
                  </a:lnTo>
                  <a:lnTo>
                    <a:pt x="4322007" y="1050933"/>
                  </a:lnTo>
                  <a:lnTo>
                    <a:pt x="4287974" y="1071454"/>
                  </a:lnTo>
                  <a:lnTo>
                    <a:pt x="4207619" y="1135372"/>
                  </a:lnTo>
                  <a:lnTo>
                    <a:pt x="4171811" y="1183104"/>
                  </a:lnTo>
                  <a:lnTo>
                    <a:pt x="4143724" y="1212834"/>
                  </a:lnTo>
                  <a:lnTo>
                    <a:pt x="4063901" y="1276587"/>
                  </a:lnTo>
                  <a:lnTo>
                    <a:pt x="4034660" y="1288024"/>
                  </a:lnTo>
                  <a:lnTo>
                    <a:pt x="4006662" y="1321181"/>
                  </a:lnTo>
                  <a:lnTo>
                    <a:pt x="3979596" y="1335674"/>
                  </a:lnTo>
                  <a:lnTo>
                    <a:pt x="3955369" y="1327333"/>
                  </a:lnTo>
                  <a:lnTo>
                    <a:pt x="3864808" y="1387370"/>
                  </a:lnTo>
                  <a:lnTo>
                    <a:pt x="3871863" y="1413011"/>
                  </a:lnTo>
                  <a:lnTo>
                    <a:pt x="3941304" y="1423871"/>
                  </a:lnTo>
                  <a:lnTo>
                    <a:pt x="3976712" y="1410988"/>
                  </a:lnTo>
                  <a:lnTo>
                    <a:pt x="4003955" y="1380805"/>
                  </a:lnTo>
                  <a:lnTo>
                    <a:pt x="4033728" y="1373868"/>
                  </a:lnTo>
                  <a:lnTo>
                    <a:pt x="4060883" y="1379566"/>
                  </a:lnTo>
                  <a:lnTo>
                    <a:pt x="4089680" y="1355782"/>
                  </a:lnTo>
                  <a:lnTo>
                    <a:pt x="4112265" y="1346286"/>
                  </a:lnTo>
                  <a:lnTo>
                    <a:pt x="4135604" y="1357682"/>
                  </a:lnTo>
                  <a:lnTo>
                    <a:pt x="4161650" y="1414704"/>
                  </a:lnTo>
                  <a:lnTo>
                    <a:pt x="4107606" y="1444392"/>
                  </a:lnTo>
                  <a:lnTo>
                    <a:pt x="4069270" y="1445755"/>
                  </a:lnTo>
                  <a:lnTo>
                    <a:pt x="4050545" y="1539279"/>
                  </a:lnTo>
                  <a:lnTo>
                    <a:pt x="4027339" y="1579455"/>
                  </a:lnTo>
                  <a:lnTo>
                    <a:pt x="4010700" y="1598779"/>
                  </a:lnTo>
                  <a:lnTo>
                    <a:pt x="3925641" y="1638583"/>
                  </a:lnTo>
                  <a:lnTo>
                    <a:pt x="3869511" y="1689040"/>
                  </a:lnTo>
                  <a:lnTo>
                    <a:pt x="3803354" y="1729671"/>
                  </a:lnTo>
                  <a:lnTo>
                    <a:pt x="3774468" y="1720834"/>
                  </a:lnTo>
                  <a:lnTo>
                    <a:pt x="3730940" y="1762125"/>
                  </a:lnTo>
                  <a:lnTo>
                    <a:pt x="3634212" y="1811013"/>
                  </a:lnTo>
                  <a:lnTo>
                    <a:pt x="3584649" y="1876872"/>
                  </a:lnTo>
                  <a:lnTo>
                    <a:pt x="3473411" y="1935794"/>
                  </a:lnTo>
                  <a:lnTo>
                    <a:pt x="3416749" y="1983733"/>
                  </a:lnTo>
                  <a:lnTo>
                    <a:pt x="3262826" y="1986251"/>
                  </a:lnTo>
                  <a:lnTo>
                    <a:pt x="3115825" y="1975722"/>
                  </a:lnTo>
                  <a:lnTo>
                    <a:pt x="3069679" y="1998515"/>
                  </a:lnTo>
                  <a:lnTo>
                    <a:pt x="3116845" y="2005576"/>
                  </a:lnTo>
                  <a:lnTo>
                    <a:pt x="3149902" y="2027955"/>
                  </a:lnTo>
                  <a:lnTo>
                    <a:pt x="3189525" y="2018623"/>
                  </a:lnTo>
                  <a:lnTo>
                    <a:pt x="3282660" y="2029813"/>
                  </a:lnTo>
                  <a:lnTo>
                    <a:pt x="3330580" y="2041994"/>
                  </a:lnTo>
                  <a:lnTo>
                    <a:pt x="3392079" y="2120364"/>
                  </a:lnTo>
                  <a:lnTo>
                    <a:pt x="3346865" y="2148235"/>
                  </a:lnTo>
                  <a:lnTo>
                    <a:pt x="3268550" y="2169624"/>
                  </a:lnTo>
                  <a:lnTo>
                    <a:pt x="3297923" y="2280779"/>
                  </a:lnTo>
                  <a:lnTo>
                    <a:pt x="3322150" y="2355721"/>
                  </a:lnTo>
                  <a:lnTo>
                    <a:pt x="3290425" y="2400935"/>
                  </a:lnTo>
                  <a:lnTo>
                    <a:pt x="3288073" y="2606646"/>
                  </a:lnTo>
                  <a:lnTo>
                    <a:pt x="3243569" y="2610568"/>
                  </a:lnTo>
                  <a:lnTo>
                    <a:pt x="3224667" y="2695668"/>
                  </a:lnTo>
                  <a:lnTo>
                    <a:pt x="3238688" y="2739065"/>
                  </a:lnTo>
                  <a:lnTo>
                    <a:pt x="3237579" y="2839856"/>
                  </a:lnTo>
                  <a:lnTo>
                    <a:pt x="3246852" y="2901957"/>
                  </a:lnTo>
                  <a:lnTo>
                    <a:pt x="3268683" y="2959145"/>
                  </a:lnTo>
                  <a:lnTo>
                    <a:pt x="3258966" y="3018769"/>
                  </a:lnTo>
                  <a:lnTo>
                    <a:pt x="3188593" y="3158332"/>
                  </a:lnTo>
                  <a:lnTo>
                    <a:pt x="3190190" y="3223819"/>
                  </a:lnTo>
                  <a:lnTo>
                    <a:pt x="3202836" y="3262715"/>
                  </a:lnTo>
                  <a:lnTo>
                    <a:pt x="3212198" y="3324899"/>
                  </a:lnTo>
                  <a:lnTo>
                    <a:pt x="3180207" y="3444436"/>
                  </a:lnTo>
                  <a:lnTo>
                    <a:pt x="3157622" y="3544318"/>
                  </a:lnTo>
                  <a:lnTo>
                    <a:pt x="3130778" y="3628386"/>
                  </a:lnTo>
                  <a:lnTo>
                    <a:pt x="3070699" y="3729259"/>
                  </a:lnTo>
                  <a:lnTo>
                    <a:pt x="3040793" y="3804656"/>
                  </a:lnTo>
                  <a:lnTo>
                    <a:pt x="2970820" y="4039931"/>
                  </a:lnTo>
                  <a:lnTo>
                    <a:pt x="2936122" y="4086631"/>
                  </a:lnTo>
                  <a:lnTo>
                    <a:pt x="2893570" y="4122513"/>
                  </a:lnTo>
                  <a:lnTo>
                    <a:pt x="2846137" y="4089315"/>
                  </a:lnTo>
                  <a:lnTo>
                    <a:pt x="2802654" y="4071230"/>
                  </a:lnTo>
                  <a:lnTo>
                    <a:pt x="2749542" y="4073418"/>
                  </a:lnTo>
                  <a:lnTo>
                    <a:pt x="2666346" y="4100629"/>
                  </a:lnTo>
                  <a:lnTo>
                    <a:pt x="2541220" y="4082543"/>
                  </a:lnTo>
                  <a:lnTo>
                    <a:pt x="2418933" y="4091256"/>
                  </a:lnTo>
                  <a:lnTo>
                    <a:pt x="2388006" y="4114750"/>
                  </a:lnTo>
                  <a:lnTo>
                    <a:pt x="2406553" y="4200140"/>
                  </a:lnTo>
                  <a:lnTo>
                    <a:pt x="2361472" y="4211329"/>
                  </a:lnTo>
                  <a:lnTo>
                    <a:pt x="2317412" y="4187050"/>
                  </a:lnTo>
                  <a:lnTo>
                    <a:pt x="2278632" y="4216036"/>
                  </a:lnTo>
                  <a:lnTo>
                    <a:pt x="2246241" y="4247830"/>
                  </a:lnTo>
                  <a:lnTo>
                    <a:pt x="2182613" y="4323269"/>
                  </a:lnTo>
                  <a:lnTo>
                    <a:pt x="2161315" y="4369721"/>
                  </a:lnTo>
                  <a:lnTo>
                    <a:pt x="2155813" y="4457216"/>
                  </a:lnTo>
                  <a:lnTo>
                    <a:pt x="2189224" y="4535668"/>
                  </a:lnTo>
                  <a:lnTo>
                    <a:pt x="2218864" y="4627540"/>
                  </a:lnTo>
                  <a:lnTo>
                    <a:pt x="2142546" y="4738406"/>
                  </a:lnTo>
                  <a:lnTo>
                    <a:pt x="2099949" y="4742164"/>
                  </a:lnTo>
                  <a:lnTo>
                    <a:pt x="1975622" y="4711402"/>
                  </a:lnTo>
                  <a:lnTo>
                    <a:pt x="1755275" y="4780894"/>
                  </a:lnTo>
                  <a:lnTo>
                    <a:pt x="1557380" y="4725936"/>
                  </a:lnTo>
                  <a:lnTo>
                    <a:pt x="1582272" y="4666560"/>
                  </a:lnTo>
                  <a:lnTo>
                    <a:pt x="1581429" y="4622916"/>
                  </a:lnTo>
                  <a:lnTo>
                    <a:pt x="1592611" y="4555777"/>
                  </a:lnTo>
                  <a:lnTo>
                    <a:pt x="1599267" y="4487110"/>
                  </a:lnTo>
                  <a:lnTo>
                    <a:pt x="1597403" y="4441154"/>
                  </a:lnTo>
                  <a:lnTo>
                    <a:pt x="1582894" y="4392183"/>
                  </a:lnTo>
                  <a:lnTo>
                    <a:pt x="1534086" y="4328100"/>
                  </a:lnTo>
                  <a:lnTo>
                    <a:pt x="1424134" y="4111819"/>
                  </a:lnTo>
                  <a:lnTo>
                    <a:pt x="1391610" y="4020525"/>
                  </a:lnTo>
                  <a:lnTo>
                    <a:pt x="1368981" y="3982496"/>
                  </a:lnTo>
                  <a:lnTo>
                    <a:pt x="1385265" y="3980431"/>
                  </a:lnTo>
                  <a:lnTo>
                    <a:pt x="1475826" y="4029443"/>
                  </a:lnTo>
                  <a:lnTo>
                    <a:pt x="1496947" y="4023415"/>
                  </a:lnTo>
                  <a:lnTo>
                    <a:pt x="1519132" y="4004999"/>
                  </a:lnTo>
                  <a:lnTo>
                    <a:pt x="1492111" y="3934846"/>
                  </a:lnTo>
                  <a:lnTo>
                    <a:pt x="1468904" y="3903094"/>
                  </a:lnTo>
                  <a:lnTo>
                    <a:pt x="1453153" y="3855609"/>
                  </a:lnTo>
                  <a:lnTo>
                    <a:pt x="1506176" y="3842768"/>
                  </a:lnTo>
                  <a:lnTo>
                    <a:pt x="1544468" y="3845617"/>
                  </a:lnTo>
                  <a:lnTo>
                    <a:pt x="1572688" y="3792187"/>
                  </a:lnTo>
                  <a:lnTo>
                    <a:pt x="1556404" y="3705806"/>
                  </a:lnTo>
                  <a:lnTo>
                    <a:pt x="1515272" y="3679215"/>
                  </a:lnTo>
                  <a:lnTo>
                    <a:pt x="1480929" y="3667654"/>
                  </a:lnTo>
                  <a:lnTo>
                    <a:pt x="1415082" y="3531972"/>
                  </a:lnTo>
                  <a:lnTo>
                    <a:pt x="1346396" y="3461695"/>
                  </a:lnTo>
                  <a:lnTo>
                    <a:pt x="1223888" y="3190621"/>
                  </a:lnTo>
                  <a:lnTo>
                    <a:pt x="1179073" y="3004565"/>
                  </a:lnTo>
                  <a:lnTo>
                    <a:pt x="1137408" y="3022237"/>
                  </a:lnTo>
                  <a:lnTo>
                    <a:pt x="1117175" y="2941183"/>
                  </a:lnTo>
                  <a:lnTo>
                    <a:pt x="1102666" y="2864424"/>
                  </a:lnTo>
                  <a:lnTo>
                    <a:pt x="1099782" y="2807979"/>
                  </a:lnTo>
                  <a:lnTo>
                    <a:pt x="1034468" y="2775649"/>
                  </a:lnTo>
                  <a:lnTo>
                    <a:pt x="1031805" y="2736092"/>
                  </a:lnTo>
                  <a:lnTo>
                    <a:pt x="1020047" y="2559574"/>
                  </a:lnTo>
                  <a:lnTo>
                    <a:pt x="949985" y="2535873"/>
                  </a:lnTo>
                  <a:lnTo>
                    <a:pt x="904682" y="2436817"/>
                  </a:lnTo>
                  <a:lnTo>
                    <a:pt x="896607" y="2249398"/>
                  </a:lnTo>
                  <a:lnTo>
                    <a:pt x="850461" y="2215291"/>
                  </a:lnTo>
                  <a:lnTo>
                    <a:pt x="813322" y="2224747"/>
                  </a:lnTo>
                  <a:lnTo>
                    <a:pt x="815053" y="2178295"/>
                  </a:lnTo>
                  <a:lnTo>
                    <a:pt x="823927" y="2134692"/>
                  </a:lnTo>
                  <a:lnTo>
                    <a:pt x="802229" y="1961931"/>
                  </a:lnTo>
                  <a:lnTo>
                    <a:pt x="794997" y="1804242"/>
                  </a:lnTo>
                  <a:lnTo>
                    <a:pt x="777382" y="1756633"/>
                  </a:lnTo>
                  <a:lnTo>
                    <a:pt x="767398" y="1700891"/>
                  </a:lnTo>
                  <a:lnTo>
                    <a:pt x="776361" y="1652746"/>
                  </a:lnTo>
                  <a:lnTo>
                    <a:pt x="789495" y="1625081"/>
                  </a:lnTo>
                  <a:lnTo>
                    <a:pt x="834709" y="1617814"/>
                  </a:lnTo>
                  <a:lnTo>
                    <a:pt x="876950" y="166038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h23"/>
            <p:cNvSpPr/>
            <p:nvPr/>
          </p:nvSpPr>
          <p:spPr>
            <a:xfrm>
              <a:off x="7669710" y="3353120"/>
              <a:ext cx="1002121" cy="914400"/>
            </a:xfrm>
            <a:custGeom>
              <a:avLst/>
              <a:gdLst/>
              <a:ahLst/>
              <a:cxnLst/>
              <a:rect l="0" t="0" r="0" b="0"/>
              <a:pathLst>
                <a:path w="1002121" h="914400">
                  <a:moveTo>
                    <a:pt x="914400" y="914400"/>
                  </a:moveTo>
                  <a:lnTo>
                    <a:pt x="890838" y="910394"/>
                  </a:lnTo>
                  <a:lnTo>
                    <a:pt x="869363" y="871457"/>
                  </a:lnTo>
                  <a:lnTo>
                    <a:pt x="912802" y="811998"/>
                  </a:lnTo>
                  <a:lnTo>
                    <a:pt x="979270" y="815219"/>
                  </a:lnTo>
                  <a:lnTo>
                    <a:pt x="1002121" y="827606"/>
                  </a:lnTo>
                  <a:lnTo>
                    <a:pt x="922564" y="8616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h24"/>
            <p:cNvSpPr/>
            <p:nvPr/>
          </p:nvSpPr>
          <p:spPr>
            <a:xfrm>
              <a:off x="7321442" y="2372753"/>
              <a:ext cx="966047" cy="914400"/>
            </a:xfrm>
            <a:custGeom>
              <a:avLst/>
              <a:gdLst/>
              <a:ahLst/>
              <a:cxnLst/>
              <a:rect l="0" t="0" r="0" b="0"/>
              <a:pathLst>
                <a:path w="966047" h="914400">
                  <a:moveTo>
                    <a:pt x="914400" y="914400"/>
                  </a:moveTo>
                  <a:lnTo>
                    <a:pt x="904416" y="911839"/>
                  </a:lnTo>
                  <a:lnTo>
                    <a:pt x="916840" y="872572"/>
                  </a:lnTo>
                  <a:lnTo>
                    <a:pt x="926069" y="855601"/>
                  </a:lnTo>
                  <a:lnTo>
                    <a:pt x="956685" y="839746"/>
                  </a:lnTo>
                  <a:lnTo>
                    <a:pt x="966047" y="842512"/>
                  </a:lnTo>
                  <a:lnTo>
                    <a:pt x="934544" y="9063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h25"/>
            <p:cNvSpPr/>
            <p:nvPr/>
          </p:nvSpPr>
          <p:spPr>
            <a:xfrm>
              <a:off x="7411604" y="2019552"/>
              <a:ext cx="972614" cy="914400"/>
            </a:xfrm>
            <a:custGeom>
              <a:avLst/>
              <a:gdLst/>
              <a:ahLst/>
              <a:cxnLst/>
              <a:rect l="0" t="0" r="0" b="0"/>
              <a:pathLst>
                <a:path w="972614" h="914400">
                  <a:moveTo>
                    <a:pt x="914400" y="914400"/>
                  </a:moveTo>
                  <a:lnTo>
                    <a:pt x="902952" y="880087"/>
                  </a:lnTo>
                  <a:lnTo>
                    <a:pt x="907522" y="873356"/>
                  </a:lnTo>
                  <a:lnTo>
                    <a:pt x="915331" y="839498"/>
                  </a:lnTo>
                  <a:lnTo>
                    <a:pt x="937384" y="820917"/>
                  </a:lnTo>
                  <a:lnTo>
                    <a:pt x="972614" y="832066"/>
                  </a:lnTo>
                  <a:lnTo>
                    <a:pt x="972392" y="840530"/>
                  </a:lnTo>
                  <a:lnTo>
                    <a:pt x="938715" y="867947"/>
                  </a:lnTo>
                  <a:lnTo>
                    <a:pt x="925803" y="8864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h26"/>
            <p:cNvSpPr/>
            <p:nvPr/>
          </p:nvSpPr>
          <p:spPr>
            <a:xfrm>
              <a:off x="8026808" y="6250494"/>
              <a:ext cx="948787" cy="917383"/>
            </a:xfrm>
            <a:custGeom>
              <a:avLst/>
              <a:gdLst/>
              <a:ahLst/>
              <a:cxnLst/>
              <a:rect l="0" t="0" r="0" b="0"/>
              <a:pathLst>
                <a:path w="948787" h="917383">
                  <a:moveTo>
                    <a:pt x="914400" y="914399"/>
                  </a:moveTo>
                  <a:lnTo>
                    <a:pt x="787143" y="903334"/>
                  </a:lnTo>
                  <a:lnTo>
                    <a:pt x="769040" y="893093"/>
                  </a:lnTo>
                  <a:lnTo>
                    <a:pt x="839057" y="820669"/>
                  </a:lnTo>
                  <a:lnTo>
                    <a:pt x="884671" y="745396"/>
                  </a:lnTo>
                  <a:lnTo>
                    <a:pt x="923407" y="647166"/>
                  </a:lnTo>
                  <a:lnTo>
                    <a:pt x="927533" y="579118"/>
                  </a:lnTo>
                  <a:lnTo>
                    <a:pt x="937206" y="502400"/>
                  </a:lnTo>
                  <a:lnTo>
                    <a:pt x="948787" y="496683"/>
                  </a:lnTo>
                  <a:lnTo>
                    <a:pt x="948787" y="91738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h27"/>
            <p:cNvSpPr/>
            <p:nvPr/>
          </p:nvSpPr>
          <p:spPr>
            <a:xfrm>
              <a:off x="5660234" y="6602003"/>
              <a:ext cx="3315361" cy="929884"/>
            </a:xfrm>
            <a:custGeom>
              <a:avLst/>
              <a:gdLst/>
              <a:ahLst/>
              <a:cxnLst/>
              <a:rect l="0" t="0" r="0" b="0"/>
              <a:pathLst>
                <a:path w="3315361" h="929884">
                  <a:moveTo>
                    <a:pt x="914400" y="914400"/>
                  </a:moveTo>
                  <a:lnTo>
                    <a:pt x="1174591" y="811585"/>
                  </a:lnTo>
                  <a:lnTo>
                    <a:pt x="1452487" y="715130"/>
                  </a:lnTo>
                  <a:lnTo>
                    <a:pt x="1517358" y="704642"/>
                  </a:lnTo>
                  <a:lnTo>
                    <a:pt x="1582583" y="684327"/>
                  </a:lnTo>
                  <a:lnTo>
                    <a:pt x="1606677" y="648239"/>
                  </a:lnTo>
                  <a:lnTo>
                    <a:pt x="1630726" y="624084"/>
                  </a:lnTo>
                  <a:lnTo>
                    <a:pt x="1668574" y="560455"/>
                  </a:lnTo>
                  <a:lnTo>
                    <a:pt x="1752258" y="461563"/>
                  </a:lnTo>
                  <a:lnTo>
                    <a:pt x="1900235" y="425558"/>
                  </a:lnTo>
                  <a:lnTo>
                    <a:pt x="1955477" y="378652"/>
                  </a:lnTo>
                  <a:lnTo>
                    <a:pt x="2071286" y="312958"/>
                  </a:lnTo>
                  <a:lnTo>
                    <a:pt x="2335294" y="239254"/>
                  </a:lnTo>
                  <a:lnTo>
                    <a:pt x="2445556" y="223068"/>
                  </a:lnTo>
                  <a:lnTo>
                    <a:pt x="2553599" y="221086"/>
                  </a:lnTo>
                  <a:lnTo>
                    <a:pt x="2649795" y="279223"/>
                  </a:lnTo>
                  <a:lnTo>
                    <a:pt x="2751627" y="350987"/>
                  </a:lnTo>
                  <a:lnTo>
                    <a:pt x="2769952" y="394301"/>
                  </a:lnTo>
                  <a:lnTo>
                    <a:pt x="2714843" y="367297"/>
                  </a:lnTo>
                  <a:lnTo>
                    <a:pt x="2634532" y="302842"/>
                  </a:lnTo>
                  <a:lnTo>
                    <a:pt x="2604848" y="300116"/>
                  </a:lnTo>
                  <a:lnTo>
                    <a:pt x="2673401" y="496165"/>
                  </a:lnTo>
                  <a:lnTo>
                    <a:pt x="2710894" y="565492"/>
                  </a:lnTo>
                  <a:lnTo>
                    <a:pt x="2786680" y="617354"/>
                  </a:lnTo>
                  <a:lnTo>
                    <a:pt x="2850219" y="634820"/>
                  </a:lnTo>
                  <a:lnTo>
                    <a:pt x="3045985" y="603397"/>
                  </a:lnTo>
                  <a:lnTo>
                    <a:pt x="3115514" y="562354"/>
                  </a:lnTo>
                  <a:lnTo>
                    <a:pt x="3135614" y="541585"/>
                  </a:lnTo>
                  <a:lnTo>
                    <a:pt x="3153717" y="551825"/>
                  </a:lnTo>
                  <a:lnTo>
                    <a:pt x="3280974" y="562891"/>
                  </a:lnTo>
                  <a:lnTo>
                    <a:pt x="3315361" y="565874"/>
                  </a:lnTo>
                  <a:lnTo>
                    <a:pt x="3315361" y="929884"/>
                  </a:lnTo>
                  <a:lnTo>
                    <a:pt x="884932" y="92988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h28"/>
            <p:cNvSpPr/>
            <p:nvPr/>
          </p:nvSpPr>
          <p:spPr>
            <a:xfrm>
              <a:off x="4432001" y="789251"/>
              <a:ext cx="1176187" cy="2604927"/>
            </a:xfrm>
            <a:custGeom>
              <a:avLst/>
              <a:gdLst/>
              <a:ahLst/>
              <a:cxnLst/>
              <a:rect l="0" t="0" r="0" b="0"/>
              <a:pathLst>
                <a:path w="1176187" h="2604927">
                  <a:moveTo>
                    <a:pt x="1051682" y="914400"/>
                  </a:moveTo>
                  <a:lnTo>
                    <a:pt x="1111050" y="1085632"/>
                  </a:lnTo>
                  <a:lnTo>
                    <a:pt x="1160347" y="1207399"/>
                  </a:lnTo>
                  <a:lnTo>
                    <a:pt x="1176187" y="1287668"/>
                  </a:lnTo>
                  <a:lnTo>
                    <a:pt x="1159903" y="1369052"/>
                  </a:lnTo>
                  <a:lnTo>
                    <a:pt x="1143086" y="1410715"/>
                  </a:lnTo>
                  <a:lnTo>
                    <a:pt x="1142554" y="1466829"/>
                  </a:lnTo>
                  <a:lnTo>
                    <a:pt x="1129598" y="1578520"/>
                  </a:lnTo>
                  <a:lnTo>
                    <a:pt x="1091394" y="1634965"/>
                  </a:lnTo>
                  <a:lnTo>
                    <a:pt x="1041388" y="1696530"/>
                  </a:lnTo>
                  <a:lnTo>
                    <a:pt x="985614" y="1742486"/>
                  </a:lnTo>
                  <a:lnTo>
                    <a:pt x="941376" y="1755410"/>
                  </a:lnTo>
                  <a:lnTo>
                    <a:pt x="903394" y="1760737"/>
                  </a:lnTo>
                  <a:lnTo>
                    <a:pt x="877881" y="1784107"/>
                  </a:lnTo>
                  <a:lnTo>
                    <a:pt x="854763" y="1852774"/>
                  </a:lnTo>
                  <a:lnTo>
                    <a:pt x="833421" y="1924909"/>
                  </a:lnTo>
                  <a:lnTo>
                    <a:pt x="763670" y="2013602"/>
                  </a:lnTo>
                  <a:lnTo>
                    <a:pt x="765533" y="2044487"/>
                  </a:lnTo>
                  <a:lnTo>
                    <a:pt x="792111" y="2149613"/>
                  </a:lnTo>
                  <a:lnTo>
                    <a:pt x="817004" y="2269315"/>
                  </a:lnTo>
                  <a:lnTo>
                    <a:pt x="795972" y="2381213"/>
                  </a:lnTo>
                  <a:lnTo>
                    <a:pt x="777957" y="2498686"/>
                  </a:lnTo>
                  <a:lnTo>
                    <a:pt x="746409" y="2576973"/>
                  </a:lnTo>
                  <a:lnTo>
                    <a:pt x="701328" y="2604927"/>
                  </a:lnTo>
                  <a:lnTo>
                    <a:pt x="668227" y="2590971"/>
                  </a:lnTo>
                  <a:lnTo>
                    <a:pt x="630778" y="2483573"/>
                  </a:lnTo>
                  <a:lnTo>
                    <a:pt x="629935" y="2458881"/>
                  </a:lnTo>
                  <a:lnTo>
                    <a:pt x="620617" y="2426055"/>
                  </a:lnTo>
                  <a:lnTo>
                    <a:pt x="514393" y="2393353"/>
                  </a:lnTo>
                  <a:lnTo>
                    <a:pt x="495624" y="2394550"/>
                  </a:lnTo>
                  <a:lnTo>
                    <a:pt x="453871" y="2375391"/>
                  </a:lnTo>
                  <a:lnTo>
                    <a:pt x="429378" y="2369982"/>
                  </a:lnTo>
                  <a:lnTo>
                    <a:pt x="379150" y="2358916"/>
                  </a:lnTo>
                  <a:lnTo>
                    <a:pt x="337397" y="2264154"/>
                  </a:lnTo>
                  <a:lnTo>
                    <a:pt x="293026" y="2185330"/>
                  </a:lnTo>
                  <a:lnTo>
                    <a:pt x="286725" y="2152380"/>
                  </a:lnTo>
                  <a:lnTo>
                    <a:pt x="288234" y="2004972"/>
                  </a:lnTo>
                  <a:lnTo>
                    <a:pt x="274656" y="1939402"/>
                  </a:lnTo>
                  <a:lnTo>
                    <a:pt x="270485" y="1867928"/>
                  </a:lnTo>
                  <a:lnTo>
                    <a:pt x="242576" y="1926065"/>
                  </a:lnTo>
                  <a:lnTo>
                    <a:pt x="258771" y="2017978"/>
                  </a:lnTo>
                  <a:lnTo>
                    <a:pt x="224340" y="2056544"/>
                  </a:lnTo>
                  <a:lnTo>
                    <a:pt x="180900" y="2075290"/>
                  </a:lnTo>
                  <a:lnTo>
                    <a:pt x="184982" y="2129133"/>
                  </a:lnTo>
                  <a:lnTo>
                    <a:pt x="202820" y="2139332"/>
                  </a:lnTo>
                  <a:lnTo>
                    <a:pt x="206547" y="2195240"/>
                  </a:lnTo>
                  <a:lnTo>
                    <a:pt x="195986" y="2277986"/>
                  </a:lnTo>
                  <a:lnTo>
                    <a:pt x="110483" y="2461978"/>
                  </a:lnTo>
                  <a:lnTo>
                    <a:pt x="93223" y="2481756"/>
                  </a:lnTo>
                  <a:lnTo>
                    <a:pt x="81509" y="2506613"/>
                  </a:lnTo>
                  <a:lnTo>
                    <a:pt x="37759" y="2490097"/>
                  </a:lnTo>
                  <a:lnTo>
                    <a:pt x="0" y="2524569"/>
                  </a:lnTo>
                  <a:lnTo>
                    <a:pt x="0" y="823188"/>
                  </a:lnTo>
                  <a:lnTo>
                    <a:pt x="1042590" y="82318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h29"/>
            <p:cNvSpPr/>
            <p:nvPr/>
          </p:nvSpPr>
          <p:spPr>
            <a:xfrm>
              <a:off x="3527673" y="6047592"/>
              <a:ext cx="917417" cy="1011285"/>
            </a:xfrm>
            <a:custGeom>
              <a:avLst/>
              <a:gdLst/>
              <a:ahLst/>
              <a:cxnLst/>
              <a:rect l="0" t="0" r="0" b="0"/>
              <a:pathLst>
                <a:path w="917417" h="1011285">
                  <a:moveTo>
                    <a:pt x="914400" y="914400"/>
                  </a:moveTo>
                  <a:lnTo>
                    <a:pt x="917417" y="992728"/>
                  </a:lnTo>
                  <a:lnTo>
                    <a:pt x="904327" y="1011285"/>
                  </a:lnTo>
                  <a:lnTo>
                    <a:pt x="904327" y="8967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h30"/>
            <p:cNvSpPr/>
            <p:nvPr/>
          </p:nvSpPr>
          <p:spPr>
            <a:xfrm>
              <a:off x="3582782" y="6204455"/>
              <a:ext cx="1332818" cy="1327431"/>
            </a:xfrm>
            <a:custGeom>
              <a:avLst/>
              <a:gdLst/>
              <a:ahLst/>
              <a:cxnLst/>
              <a:rect l="0" t="0" r="0" b="0"/>
              <a:pathLst>
                <a:path w="1332818" h="1327431">
                  <a:moveTo>
                    <a:pt x="914400" y="914400"/>
                  </a:moveTo>
                  <a:lnTo>
                    <a:pt x="926823" y="946730"/>
                  </a:lnTo>
                  <a:lnTo>
                    <a:pt x="945725" y="981621"/>
                  </a:lnTo>
                  <a:lnTo>
                    <a:pt x="1012992" y="956764"/>
                  </a:lnTo>
                  <a:lnTo>
                    <a:pt x="1181602" y="1059991"/>
                  </a:lnTo>
                  <a:lnTo>
                    <a:pt x="1283567" y="1009740"/>
                  </a:lnTo>
                  <a:lnTo>
                    <a:pt x="1309657" y="1006808"/>
                  </a:lnTo>
                  <a:lnTo>
                    <a:pt x="1332818" y="1090216"/>
                  </a:lnTo>
                  <a:lnTo>
                    <a:pt x="1307483" y="1174242"/>
                  </a:lnTo>
                  <a:lnTo>
                    <a:pt x="1217587" y="1263885"/>
                  </a:lnTo>
                  <a:lnTo>
                    <a:pt x="1237509" y="1319132"/>
                  </a:lnTo>
                  <a:lnTo>
                    <a:pt x="1256938" y="1327431"/>
                  </a:lnTo>
                  <a:lnTo>
                    <a:pt x="849218" y="1327431"/>
                  </a:lnTo>
                  <a:lnTo>
                    <a:pt x="849218" y="9214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h31"/>
            <p:cNvSpPr/>
            <p:nvPr/>
          </p:nvSpPr>
          <p:spPr>
            <a:xfrm>
              <a:off x="4019349" y="6609724"/>
              <a:ext cx="933481" cy="922162"/>
            </a:xfrm>
            <a:custGeom>
              <a:avLst/>
              <a:gdLst/>
              <a:ahLst/>
              <a:cxnLst/>
              <a:rect l="0" t="0" r="0" b="0"/>
              <a:pathLst>
                <a:path w="933481" h="922162">
                  <a:moveTo>
                    <a:pt x="914400" y="914400"/>
                  </a:moveTo>
                  <a:lnTo>
                    <a:pt x="933481" y="922162"/>
                  </a:lnTo>
                  <a:lnTo>
                    <a:pt x="858298" y="92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h32"/>
            <p:cNvSpPr/>
            <p:nvPr/>
          </p:nvSpPr>
          <p:spPr>
            <a:xfrm>
              <a:off x="4290278" y="6521486"/>
              <a:ext cx="1880664" cy="1010401"/>
            </a:xfrm>
            <a:custGeom>
              <a:avLst/>
              <a:gdLst/>
              <a:ahLst/>
              <a:cxnLst/>
              <a:rect l="0" t="0" r="0" b="0"/>
              <a:pathLst>
                <a:path w="1880664" h="1010401">
                  <a:moveTo>
                    <a:pt x="914400" y="914400"/>
                  </a:moveTo>
                  <a:lnTo>
                    <a:pt x="957883" y="887395"/>
                  </a:lnTo>
                  <a:lnTo>
                    <a:pt x="1101024" y="868071"/>
                  </a:lnTo>
                  <a:lnTo>
                    <a:pt x="1127070" y="819389"/>
                  </a:lnTo>
                  <a:lnTo>
                    <a:pt x="1185063" y="770419"/>
                  </a:lnTo>
                  <a:lnTo>
                    <a:pt x="1222423" y="716947"/>
                  </a:lnTo>
                  <a:lnTo>
                    <a:pt x="1311875" y="615165"/>
                  </a:lnTo>
                  <a:lnTo>
                    <a:pt x="1404433" y="633498"/>
                  </a:lnTo>
                  <a:lnTo>
                    <a:pt x="1458477" y="652988"/>
                  </a:lnTo>
                  <a:lnTo>
                    <a:pt x="1517801" y="662815"/>
                  </a:lnTo>
                  <a:lnTo>
                    <a:pt x="1571801" y="771327"/>
                  </a:lnTo>
                  <a:lnTo>
                    <a:pt x="1708375" y="891277"/>
                  </a:lnTo>
                  <a:lnTo>
                    <a:pt x="1833856" y="880830"/>
                  </a:lnTo>
                  <a:lnTo>
                    <a:pt x="1878405" y="994297"/>
                  </a:lnTo>
                  <a:lnTo>
                    <a:pt x="1880664" y="1010401"/>
                  </a:lnTo>
                  <a:lnTo>
                    <a:pt x="831382" y="10104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h33"/>
            <p:cNvSpPr/>
            <p:nvPr/>
          </p:nvSpPr>
          <p:spPr>
            <a:xfrm>
              <a:off x="5214261" y="6350748"/>
              <a:ext cx="914400" cy="973239"/>
            </a:xfrm>
            <a:custGeom>
              <a:avLst/>
              <a:gdLst/>
              <a:ahLst/>
              <a:cxnLst/>
              <a:rect l="0" t="0" r="0" b="0"/>
              <a:pathLst>
                <a:path w="914400" h="973239">
                  <a:moveTo>
                    <a:pt x="914400" y="914399"/>
                  </a:moveTo>
                  <a:lnTo>
                    <a:pt x="902197" y="943386"/>
                  </a:lnTo>
                  <a:lnTo>
                    <a:pt x="851126" y="895158"/>
                  </a:lnTo>
                  <a:lnTo>
                    <a:pt x="799833" y="895819"/>
                  </a:lnTo>
                  <a:lnTo>
                    <a:pt x="769173" y="970101"/>
                  </a:lnTo>
                  <a:lnTo>
                    <a:pt x="746366" y="973239"/>
                  </a:lnTo>
                  <a:lnTo>
                    <a:pt x="667164" y="905770"/>
                  </a:lnTo>
                  <a:lnTo>
                    <a:pt x="654474" y="872861"/>
                  </a:lnTo>
                  <a:lnTo>
                    <a:pt x="651856" y="845485"/>
                  </a:lnTo>
                  <a:lnTo>
                    <a:pt x="663171" y="750723"/>
                  </a:lnTo>
                  <a:lnTo>
                    <a:pt x="661085" y="720911"/>
                  </a:lnTo>
                  <a:lnTo>
                    <a:pt x="685977" y="688332"/>
                  </a:lnTo>
                  <a:lnTo>
                    <a:pt x="689838" y="641261"/>
                  </a:lnTo>
                  <a:lnTo>
                    <a:pt x="733854" y="591629"/>
                  </a:lnTo>
                  <a:lnTo>
                    <a:pt x="772900" y="589771"/>
                  </a:lnTo>
                  <a:lnTo>
                    <a:pt x="785324" y="631805"/>
                  </a:lnTo>
                  <a:lnTo>
                    <a:pt x="804004" y="660750"/>
                  </a:lnTo>
                  <a:lnTo>
                    <a:pt x="869807" y="693205"/>
                  </a:lnTo>
                  <a:lnTo>
                    <a:pt x="879613" y="707946"/>
                  </a:lnTo>
                  <a:lnTo>
                    <a:pt x="885558" y="728343"/>
                  </a:lnTo>
                  <a:lnTo>
                    <a:pt x="854942" y="768313"/>
                  </a:lnTo>
                  <a:lnTo>
                    <a:pt x="844559" y="788793"/>
                  </a:lnTo>
                  <a:lnTo>
                    <a:pt x="854277" y="821619"/>
                  </a:lnTo>
                  <a:lnTo>
                    <a:pt x="903041" y="8575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h34"/>
            <p:cNvSpPr/>
            <p:nvPr/>
          </p:nvSpPr>
          <p:spPr>
            <a:xfrm>
              <a:off x="5277090" y="6586808"/>
              <a:ext cx="1022187" cy="945079"/>
            </a:xfrm>
            <a:custGeom>
              <a:avLst/>
              <a:gdLst/>
              <a:ahLst/>
              <a:cxnLst/>
              <a:rect l="0" t="0" r="0" b="0"/>
              <a:pathLst>
                <a:path w="1022187" h="945079">
                  <a:moveTo>
                    <a:pt x="914400" y="914400"/>
                  </a:moveTo>
                  <a:lnTo>
                    <a:pt x="893811" y="894704"/>
                  </a:lnTo>
                  <a:lnTo>
                    <a:pt x="890750" y="866585"/>
                  </a:lnTo>
                  <a:lnTo>
                    <a:pt x="894078" y="837475"/>
                  </a:lnTo>
                  <a:lnTo>
                    <a:pt x="990008" y="915845"/>
                  </a:lnTo>
                  <a:lnTo>
                    <a:pt x="1022187" y="945079"/>
                  </a:lnTo>
                  <a:lnTo>
                    <a:pt x="934862" y="9450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h35"/>
            <p:cNvSpPr/>
            <p:nvPr/>
          </p:nvSpPr>
          <p:spPr>
            <a:xfrm>
              <a:off x="4030708" y="6265689"/>
              <a:ext cx="984151" cy="914400"/>
            </a:xfrm>
            <a:custGeom>
              <a:avLst/>
              <a:gdLst/>
              <a:ahLst/>
              <a:cxnLst/>
              <a:rect l="0" t="0" r="0" b="0"/>
              <a:pathLst>
                <a:path w="984151" h="914400">
                  <a:moveTo>
                    <a:pt x="914400" y="914400"/>
                  </a:moveTo>
                  <a:lnTo>
                    <a:pt x="887777" y="880582"/>
                  </a:lnTo>
                  <a:lnTo>
                    <a:pt x="860977" y="871994"/>
                  </a:lnTo>
                  <a:lnTo>
                    <a:pt x="875397" y="830290"/>
                  </a:lnTo>
                  <a:lnTo>
                    <a:pt x="894255" y="815136"/>
                  </a:lnTo>
                  <a:lnTo>
                    <a:pt x="961788" y="842306"/>
                  </a:lnTo>
                  <a:lnTo>
                    <a:pt x="982997" y="895488"/>
                  </a:lnTo>
                  <a:lnTo>
                    <a:pt x="984151" y="9127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h36"/>
            <p:cNvSpPr/>
            <p:nvPr/>
          </p:nvSpPr>
          <p:spPr>
            <a:xfrm>
              <a:off x="8061196" y="1246796"/>
              <a:ext cx="914400" cy="1142158"/>
            </a:xfrm>
            <a:custGeom>
              <a:avLst/>
              <a:gdLst/>
              <a:ahLst/>
              <a:cxnLst/>
              <a:rect l="0" t="0" r="0" b="0"/>
              <a:pathLst>
                <a:path w="914400" h="1142158">
                  <a:moveTo>
                    <a:pt x="914400" y="914400"/>
                  </a:moveTo>
                  <a:lnTo>
                    <a:pt x="914400" y="1133615"/>
                  </a:lnTo>
                  <a:lnTo>
                    <a:pt x="823439" y="1142158"/>
                  </a:lnTo>
                  <a:lnTo>
                    <a:pt x="798990" y="1127582"/>
                  </a:lnTo>
                  <a:lnTo>
                    <a:pt x="765490" y="1014239"/>
                  </a:lnTo>
                  <a:lnTo>
                    <a:pt x="772146" y="984964"/>
                  </a:lnTo>
                  <a:lnTo>
                    <a:pt x="794686" y="972494"/>
                  </a:lnTo>
                  <a:lnTo>
                    <a:pt x="813988" y="969810"/>
                  </a:lnTo>
                  <a:lnTo>
                    <a:pt x="816828" y="1030838"/>
                  </a:lnTo>
                  <a:lnTo>
                    <a:pt x="845181" y="1024768"/>
                  </a:lnTo>
                  <a:lnTo>
                    <a:pt x="854055" y="984551"/>
                  </a:lnTo>
                  <a:lnTo>
                    <a:pt x="856052" y="956225"/>
                  </a:lnTo>
                  <a:lnTo>
                    <a:pt x="848375" y="941939"/>
                  </a:lnTo>
                  <a:lnTo>
                    <a:pt x="829118" y="930873"/>
                  </a:lnTo>
                  <a:lnTo>
                    <a:pt x="817981" y="911879"/>
                  </a:lnTo>
                  <a:lnTo>
                    <a:pt x="833999" y="881324"/>
                  </a:lnTo>
                  <a:lnTo>
                    <a:pt x="863639" y="868111"/>
                  </a:lnTo>
                  <a:lnTo>
                    <a:pt x="889197" y="908947"/>
                  </a:lnTo>
                  <a:lnTo>
                    <a:pt x="909652" y="9143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h37"/>
            <p:cNvSpPr/>
            <p:nvPr/>
          </p:nvSpPr>
          <p:spPr>
            <a:xfrm>
              <a:off x="7910113" y="1404360"/>
              <a:ext cx="914400" cy="939504"/>
            </a:xfrm>
            <a:custGeom>
              <a:avLst/>
              <a:gdLst/>
              <a:ahLst/>
              <a:cxnLst/>
              <a:rect l="0" t="0" r="0" b="0"/>
              <a:pathLst>
                <a:path w="914400" h="939504">
                  <a:moveTo>
                    <a:pt x="914400" y="914400"/>
                  </a:moveTo>
                  <a:lnTo>
                    <a:pt x="897006" y="909651"/>
                  </a:lnTo>
                  <a:lnTo>
                    <a:pt x="883650" y="916134"/>
                  </a:lnTo>
                  <a:lnTo>
                    <a:pt x="874599" y="939504"/>
                  </a:lnTo>
                  <a:lnTo>
                    <a:pt x="854898" y="931122"/>
                  </a:lnTo>
                  <a:lnTo>
                    <a:pt x="846956" y="897635"/>
                  </a:lnTo>
                  <a:lnTo>
                    <a:pt x="861642" y="847508"/>
                  </a:lnTo>
                  <a:lnTo>
                    <a:pt x="896829" y="845609"/>
                  </a:lnTo>
                  <a:lnTo>
                    <a:pt x="912048" y="89544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h38"/>
            <p:cNvSpPr/>
            <p:nvPr/>
          </p:nvSpPr>
          <p:spPr>
            <a:xfrm>
              <a:off x="4685846" y="5192625"/>
              <a:ext cx="931305" cy="1685918"/>
            </a:xfrm>
            <a:custGeom>
              <a:avLst/>
              <a:gdLst/>
              <a:ahLst/>
              <a:cxnLst/>
              <a:rect l="0" t="0" r="0" b="0"/>
              <a:pathLst>
                <a:path w="931305" h="1685918">
                  <a:moveTo>
                    <a:pt x="914400" y="914400"/>
                  </a:moveTo>
                  <a:lnTo>
                    <a:pt x="902597" y="939050"/>
                  </a:lnTo>
                  <a:lnTo>
                    <a:pt x="885248" y="955277"/>
                  </a:lnTo>
                  <a:lnTo>
                    <a:pt x="839856" y="972496"/>
                  </a:lnTo>
                  <a:lnTo>
                    <a:pt x="800543" y="996527"/>
                  </a:lnTo>
                  <a:lnTo>
                    <a:pt x="765490" y="1038767"/>
                  </a:lnTo>
                  <a:lnTo>
                    <a:pt x="752578" y="1099134"/>
                  </a:lnTo>
                  <a:lnTo>
                    <a:pt x="780000" y="1143316"/>
                  </a:lnTo>
                  <a:lnTo>
                    <a:pt x="829873" y="1167512"/>
                  </a:lnTo>
                  <a:lnTo>
                    <a:pt x="842563" y="1251621"/>
                  </a:lnTo>
                  <a:lnTo>
                    <a:pt x="801386" y="1293119"/>
                  </a:lnTo>
                  <a:lnTo>
                    <a:pt x="695739" y="1334533"/>
                  </a:lnTo>
                  <a:lnTo>
                    <a:pt x="684646" y="1434498"/>
                  </a:lnTo>
                  <a:lnTo>
                    <a:pt x="688063" y="1513281"/>
                  </a:lnTo>
                  <a:lnTo>
                    <a:pt x="686155" y="1570551"/>
                  </a:lnTo>
                  <a:lnTo>
                    <a:pt x="677769" y="1649788"/>
                  </a:lnTo>
                  <a:lnTo>
                    <a:pt x="592310" y="1685918"/>
                  </a:lnTo>
                  <a:lnTo>
                    <a:pt x="537157" y="1565225"/>
                  </a:lnTo>
                  <a:lnTo>
                    <a:pt x="536669" y="1516915"/>
                  </a:lnTo>
                  <a:lnTo>
                    <a:pt x="520207" y="1460511"/>
                  </a:lnTo>
                  <a:lnTo>
                    <a:pt x="517101" y="1412449"/>
                  </a:lnTo>
                  <a:lnTo>
                    <a:pt x="497578" y="1335566"/>
                  </a:lnTo>
                  <a:lnTo>
                    <a:pt x="416734" y="1314755"/>
                  </a:lnTo>
                  <a:lnTo>
                    <a:pt x="385364" y="1312030"/>
                  </a:lnTo>
                  <a:lnTo>
                    <a:pt x="341481" y="1326316"/>
                  </a:lnTo>
                  <a:lnTo>
                    <a:pt x="330610" y="1320742"/>
                  </a:lnTo>
                  <a:lnTo>
                    <a:pt x="278074" y="1215740"/>
                  </a:lnTo>
                  <a:lnTo>
                    <a:pt x="286727" y="1099878"/>
                  </a:lnTo>
                  <a:lnTo>
                    <a:pt x="258684" y="1041410"/>
                  </a:lnTo>
                  <a:lnTo>
                    <a:pt x="254824" y="1014943"/>
                  </a:lnTo>
                  <a:lnTo>
                    <a:pt x="255489" y="985626"/>
                  </a:lnTo>
                  <a:lnTo>
                    <a:pt x="232461" y="961471"/>
                  </a:lnTo>
                  <a:lnTo>
                    <a:pt x="204507" y="948671"/>
                  </a:lnTo>
                  <a:lnTo>
                    <a:pt x="190930" y="883473"/>
                  </a:lnTo>
                  <a:lnTo>
                    <a:pt x="223054" y="867658"/>
                  </a:lnTo>
                  <a:lnTo>
                    <a:pt x="302478" y="875297"/>
                  </a:lnTo>
                  <a:lnTo>
                    <a:pt x="325684" y="870838"/>
                  </a:lnTo>
                  <a:lnTo>
                    <a:pt x="346938" y="857253"/>
                  </a:lnTo>
                  <a:lnTo>
                    <a:pt x="411187" y="750062"/>
                  </a:lnTo>
                  <a:lnTo>
                    <a:pt x="409324" y="726444"/>
                  </a:lnTo>
                  <a:lnTo>
                    <a:pt x="416201" y="695806"/>
                  </a:lnTo>
                  <a:lnTo>
                    <a:pt x="485731" y="684451"/>
                  </a:lnTo>
                  <a:lnTo>
                    <a:pt x="516702" y="725866"/>
                  </a:lnTo>
                  <a:lnTo>
                    <a:pt x="510490" y="792179"/>
                  </a:lnTo>
                  <a:lnTo>
                    <a:pt x="514439" y="877155"/>
                  </a:lnTo>
                  <a:lnTo>
                    <a:pt x="556547" y="900278"/>
                  </a:lnTo>
                  <a:lnTo>
                    <a:pt x="572964" y="903664"/>
                  </a:lnTo>
                  <a:lnTo>
                    <a:pt x="590491" y="840902"/>
                  </a:lnTo>
                  <a:lnTo>
                    <a:pt x="602782" y="810388"/>
                  </a:lnTo>
                  <a:lnTo>
                    <a:pt x="619465" y="793376"/>
                  </a:lnTo>
                  <a:lnTo>
                    <a:pt x="625145" y="736023"/>
                  </a:lnTo>
                  <a:lnTo>
                    <a:pt x="615250" y="701009"/>
                  </a:lnTo>
                  <a:lnTo>
                    <a:pt x="594174" y="674913"/>
                  </a:lnTo>
                  <a:lnTo>
                    <a:pt x="672888" y="603893"/>
                  </a:lnTo>
                  <a:lnTo>
                    <a:pt x="754353" y="547655"/>
                  </a:lnTo>
                  <a:lnTo>
                    <a:pt x="801741" y="544723"/>
                  </a:lnTo>
                  <a:lnTo>
                    <a:pt x="849440" y="558473"/>
                  </a:lnTo>
                  <a:lnTo>
                    <a:pt x="893767" y="577467"/>
                  </a:lnTo>
                  <a:lnTo>
                    <a:pt x="917816" y="593818"/>
                  </a:lnTo>
                  <a:lnTo>
                    <a:pt x="931305" y="620079"/>
                  </a:lnTo>
                  <a:lnTo>
                    <a:pt x="901576" y="682676"/>
                  </a:lnTo>
                  <a:lnTo>
                    <a:pt x="893323" y="716947"/>
                  </a:lnTo>
                  <a:lnTo>
                    <a:pt x="913290" y="82975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h39"/>
            <p:cNvSpPr/>
            <p:nvPr/>
          </p:nvSpPr>
          <p:spPr>
            <a:xfrm>
              <a:off x="3635317" y="3558789"/>
              <a:ext cx="1217498" cy="2405451"/>
            </a:xfrm>
            <a:custGeom>
              <a:avLst/>
              <a:gdLst/>
              <a:ahLst/>
              <a:cxnLst/>
              <a:rect l="0" t="0" r="0" b="0"/>
              <a:pathLst>
                <a:path w="1217498" h="2405451">
                  <a:moveTo>
                    <a:pt x="914400" y="914400"/>
                  </a:moveTo>
                  <a:lnTo>
                    <a:pt x="1038993" y="814311"/>
                  </a:lnTo>
                  <a:lnTo>
                    <a:pt x="1073825" y="813031"/>
                  </a:lnTo>
                  <a:lnTo>
                    <a:pt x="1015211" y="887643"/>
                  </a:lnTo>
                  <a:lnTo>
                    <a:pt x="1005804" y="916505"/>
                  </a:lnTo>
                  <a:lnTo>
                    <a:pt x="998704" y="960769"/>
                  </a:lnTo>
                  <a:lnTo>
                    <a:pt x="1040724" y="1056894"/>
                  </a:lnTo>
                  <a:lnTo>
                    <a:pt x="1031850" y="1115403"/>
                  </a:lnTo>
                  <a:lnTo>
                    <a:pt x="1034823" y="1230522"/>
                  </a:lnTo>
                  <a:lnTo>
                    <a:pt x="995199" y="1290517"/>
                  </a:lnTo>
                  <a:lnTo>
                    <a:pt x="950473" y="1418147"/>
                  </a:lnTo>
                  <a:lnTo>
                    <a:pt x="931216" y="1436934"/>
                  </a:lnTo>
                  <a:lnTo>
                    <a:pt x="927090" y="1585912"/>
                  </a:lnTo>
                  <a:lnTo>
                    <a:pt x="931482" y="1621463"/>
                  </a:lnTo>
                  <a:lnTo>
                    <a:pt x="925137" y="1757103"/>
                  </a:lnTo>
                  <a:lnTo>
                    <a:pt x="970973" y="1812639"/>
                  </a:lnTo>
                  <a:lnTo>
                    <a:pt x="1019426" y="1841667"/>
                  </a:lnTo>
                  <a:lnTo>
                    <a:pt x="1181025" y="1840634"/>
                  </a:lnTo>
                  <a:lnTo>
                    <a:pt x="1197797" y="1865037"/>
                  </a:lnTo>
                  <a:lnTo>
                    <a:pt x="1217498" y="1906989"/>
                  </a:lnTo>
                  <a:lnTo>
                    <a:pt x="1203078" y="1978215"/>
                  </a:lnTo>
                  <a:lnTo>
                    <a:pt x="1185817" y="2031935"/>
                  </a:lnTo>
                  <a:lnTo>
                    <a:pt x="1139006" y="2077189"/>
                  </a:lnTo>
                  <a:lnTo>
                    <a:pt x="1078927" y="2110924"/>
                  </a:lnTo>
                  <a:lnTo>
                    <a:pt x="1041567" y="2112410"/>
                  </a:lnTo>
                  <a:lnTo>
                    <a:pt x="990673" y="2048286"/>
                  </a:lnTo>
                  <a:lnTo>
                    <a:pt x="966491" y="2069096"/>
                  </a:lnTo>
                  <a:lnTo>
                    <a:pt x="941510" y="2101799"/>
                  </a:lnTo>
                  <a:lnTo>
                    <a:pt x="899668" y="2277284"/>
                  </a:lnTo>
                  <a:lnTo>
                    <a:pt x="879834" y="2395830"/>
                  </a:lnTo>
                  <a:lnTo>
                    <a:pt x="869097" y="2405451"/>
                  </a:lnTo>
                  <a:lnTo>
                    <a:pt x="845447" y="2387985"/>
                  </a:lnTo>
                  <a:lnTo>
                    <a:pt x="804581" y="2386622"/>
                  </a:lnTo>
                  <a:lnTo>
                    <a:pt x="796683" y="2390922"/>
                  </a:lnTo>
                  <a:lnTo>
                    <a:pt x="796683" y="94103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h40"/>
            <p:cNvSpPr/>
            <p:nvPr/>
          </p:nvSpPr>
          <p:spPr>
            <a:xfrm>
              <a:off x="3528339" y="5127963"/>
              <a:ext cx="914400" cy="935415"/>
            </a:xfrm>
            <a:custGeom>
              <a:avLst/>
              <a:gdLst/>
              <a:ahLst/>
              <a:cxnLst/>
              <a:rect l="0" t="0" r="0" b="0"/>
              <a:pathLst>
                <a:path w="914400" h="935415">
                  <a:moveTo>
                    <a:pt x="914400" y="914400"/>
                  </a:moveTo>
                  <a:lnTo>
                    <a:pt x="903662" y="935415"/>
                  </a:lnTo>
                  <a:lnTo>
                    <a:pt x="903662" y="8976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h41"/>
            <p:cNvSpPr/>
            <p:nvPr/>
          </p:nvSpPr>
          <p:spPr>
            <a:xfrm>
              <a:off x="3829662" y="5300311"/>
              <a:ext cx="974567" cy="1344691"/>
            </a:xfrm>
            <a:custGeom>
              <a:avLst/>
              <a:gdLst/>
              <a:ahLst/>
              <a:cxnLst/>
              <a:rect l="0" t="0" r="0" b="0"/>
              <a:pathLst>
                <a:path w="974567" h="1344691">
                  <a:moveTo>
                    <a:pt x="914400" y="914400"/>
                  </a:moveTo>
                  <a:lnTo>
                    <a:pt x="937694" y="1008501"/>
                  </a:lnTo>
                  <a:lnTo>
                    <a:pt x="974567" y="1113751"/>
                  </a:lnTo>
                  <a:lnTo>
                    <a:pt x="959170" y="1157809"/>
                  </a:lnTo>
                  <a:lnTo>
                    <a:pt x="969641" y="1214253"/>
                  </a:lnTo>
                  <a:lnTo>
                    <a:pt x="959126" y="1273134"/>
                  </a:lnTo>
                  <a:lnTo>
                    <a:pt x="885780" y="1341594"/>
                  </a:lnTo>
                  <a:lnTo>
                    <a:pt x="803516" y="1344691"/>
                  </a:lnTo>
                  <a:lnTo>
                    <a:pt x="718013" y="1311617"/>
                  </a:lnTo>
                  <a:lnTo>
                    <a:pt x="602338" y="1250636"/>
                  </a:lnTo>
                  <a:lnTo>
                    <a:pt x="602338" y="932009"/>
                  </a:lnTo>
                  <a:lnTo>
                    <a:pt x="732345" y="869393"/>
                  </a:lnTo>
                  <a:lnTo>
                    <a:pt x="763005" y="879426"/>
                  </a:lnTo>
                  <a:lnTo>
                    <a:pt x="794997" y="912087"/>
                  </a:lnTo>
                  <a:lnTo>
                    <a:pt x="831825" y="914028"/>
                  </a:lnTo>
                  <a:lnTo>
                    <a:pt x="885292" y="867700"/>
                  </a:lnTo>
                  <a:lnTo>
                    <a:pt x="895453" y="8702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h42"/>
            <p:cNvSpPr/>
            <p:nvPr/>
          </p:nvSpPr>
          <p:spPr>
            <a:xfrm>
              <a:off x="4216578" y="5915957"/>
              <a:ext cx="1017784" cy="1084146"/>
            </a:xfrm>
            <a:custGeom>
              <a:avLst/>
              <a:gdLst/>
              <a:ahLst/>
              <a:cxnLst/>
              <a:rect l="0" t="0" r="0" b="0"/>
              <a:pathLst>
                <a:path w="1017784" h="1084146">
                  <a:moveTo>
                    <a:pt x="914400" y="914400"/>
                  </a:moveTo>
                  <a:lnTo>
                    <a:pt x="968798" y="911385"/>
                  </a:lnTo>
                  <a:lnTo>
                    <a:pt x="1005804" y="933146"/>
                  </a:lnTo>
                  <a:lnTo>
                    <a:pt x="1014634" y="966756"/>
                  </a:lnTo>
                  <a:lnTo>
                    <a:pt x="1017784" y="1041369"/>
                  </a:lnTo>
                  <a:lnTo>
                    <a:pt x="978915" y="1063129"/>
                  </a:lnTo>
                  <a:lnTo>
                    <a:pt x="936008" y="1055738"/>
                  </a:lnTo>
                  <a:lnTo>
                    <a:pt x="877616" y="1084146"/>
                  </a:lnTo>
                  <a:lnTo>
                    <a:pt x="685933" y="962173"/>
                  </a:lnTo>
                  <a:lnTo>
                    <a:pt x="688728" y="860474"/>
                  </a:lnTo>
                  <a:lnTo>
                    <a:pt x="696405" y="820546"/>
                  </a:lnTo>
                  <a:lnTo>
                    <a:pt x="787232" y="811049"/>
                  </a:lnTo>
                  <a:lnTo>
                    <a:pt x="833999" y="86191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h43"/>
            <p:cNvSpPr/>
            <p:nvPr/>
          </p:nvSpPr>
          <p:spPr>
            <a:xfrm>
              <a:off x="3830994" y="5987431"/>
              <a:ext cx="1033136" cy="914400"/>
            </a:xfrm>
            <a:custGeom>
              <a:avLst/>
              <a:gdLst/>
              <a:ahLst/>
              <a:cxnLst/>
              <a:rect l="0" t="0" r="0" b="0"/>
              <a:pathLst>
                <a:path w="1033136" h="914400">
                  <a:moveTo>
                    <a:pt x="914400" y="914400"/>
                  </a:moveTo>
                  <a:lnTo>
                    <a:pt x="887023" y="845898"/>
                  </a:lnTo>
                  <a:lnTo>
                    <a:pt x="883473" y="824468"/>
                  </a:lnTo>
                  <a:lnTo>
                    <a:pt x="915642" y="780617"/>
                  </a:lnTo>
                  <a:lnTo>
                    <a:pt x="936452" y="730945"/>
                  </a:lnTo>
                  <a:lnTo>
                    <a:pt x="990274" y="654680"/>
                  </a:lnTo>
                  <a:lnTo>
                    <a:pt x="1021289" y="565327"/>
                  </a:lnTo>
                  <a:lnTo>
                    <a:pt x="1033136" y="566731"/>
                  </a:lnTo>
                  <a:lnTo>
                    <a:pt x="1019381" y="646298"/>
                  </a:lnTo>
                  <a:lnTo>
                    <a:pt x="948698" y="868236"/>
                  </a:lnTo>
                  <a:lnTo>
                    <a:pt x="934544" y="9096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h44"/>
            <p:cNvSpPr/>
            <p:nvPr/>
          </p:nvSpPr>
          <p:spPr>
            <a:xfrm>
              <a:off x="4658514" y="5813390"/>
              <a:ext cx="931749" cy="963783"/>
            </a:xfrm>
            <a:custGeom>
              <a:avLst/>
              <a:gdLst/>
              <a:ahLst/>
              <a:cxnLst/>
              <a:rect l="0" t="0" r="0" b="0"/>
              <a:pathLst>
                <a:path w="931749" h="963783">
                  <a:moveTo>
                    <a:pt x="914400" y="914400"/>
                  </a:moveTo>
                  <a:lnTo>
                    <a:pt x="844648" y="905150"/>
                  </a:lnTo>
                  <a:lnTo>
                    <a:pt x="766023" y="963783"/>
                  </a:lnTo>
                  <a:lnTo>
                    <a:pt x="736205" y="945244"/>
                  </a:lnTo>
                  <a:lnTo>
                    <a:pt x="747476" y="907793"/>
                  </a:lnTo>
                  <a:lnTo>
                    <a:pt x="755684" y="894167"/>
                  </a:lnTo>
                  <a:lnTo>
                    <a:pt x="782129" y="878270"/>
                  </a:lnTo>
                  <a:lnTo>
                    <a:pt x="799789" y="855023"/>
                  </a:lnTo>
                  <a:lnTo>
                    <a:pt x="806711" y="818646"/>
                  </a:lnTo>
                  <a:lnTo>
                    <a:pt x="823084" y="838259"/>
                  </a:lnTo>
                  <a:lnTo>
                    <a:pt x="871759" y="846476"/>
                  </a:lnTo>
                  <a:lnTo>
                    <a:pt x="895542" y="858079"/>
                  </a:lnTo>
                  <a:lnTo>
                    <a:pt x="915420" y="875132"/>
                  </a:lnTo>
                  <a:lnTo>
                    <a:pt x="931749" y="9018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h45"/>
            <p:cNvSpPr/>
            <p:nvPr/>
          </p:nvSpPr>
          <p:spPr>
            <a:xfrm>
              <a:off x="4686024" y="5303366"/>
              <a:ext cx="957173" cy="914400"/>
            </a:xfrm>
            <a:custGeom>
              <a:avLst/>
              <a:gdLst/>
              <a:ahLst/>
              <a:cxnLst/>
              <a:rect l="0" t="0" r="0" b="0"/>
              <a:pathLst>
                <a:path w="957173" h="914400">
                  <a:moveTo>
                    <a:pt x="914400" y="914400"/>
                  </a:moveTo>
                  <a:lnTo>
                    <a:pt x="904993" y="912500"/>
                  </a:lnTo>
                  <a:lnTo>
                    <a:pt x="891105" y="863158"/>
                  </a:lnTo>
                  <a:lnTo>
                    <a:pt x="913645" y="833139"/>
                  </a:lnTo>
                  <a:lnTo>
                    <a:pt x="926957" y="807663"/>
                  </a:lnTo>
                  <a:lnTo>
                    <a:pt x="936408" y="808406"/>
                  </a:lnTo>
                  <a:lnTo>
                    <a:pt x="949320" y="835947"/>
                  </a:lnTo>
                  <a:lnTo>
                    <a:pt x="957173" y="87843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h46"/>
            <p:cNvSpPr/>
            <p:nvPr/>
          </p:nvSpPr>
          <p:spPr>
            <a:xfrm>
              <a:off x="3707198" y="5909556"/>
              <a:ext cx="954200" cy="914400"/>
            </a:xfrm>
            <a:custGeom>
              <a:avLst/>
              <a:gdLst/>
              <a:ahLst/>
              <a:cxnLst/>
              <a:rect l="0" t="0" r="0" b="0"/>
              <a:pathLst>
                <a:path w="954200" h="914400">
                  <a:moveTo>
                    <a:pt x="914400" y="914400"/>
                  </a:moveTo>
                  <a:lnTo>
                    <a:pt x="879524" y="895984"/>
                  </a:lnTo>
                  <a:lnTo>
                    <a:pt x="822773" y="826615"/>
                  </a:lnTo>
                  <a:lnTo>
                    <a:pt x="815630" y="808200"/>
                  </a:lnTo>
                  <a:lnTo>
                    <a:pt x="845447" y="819967"/>
                  </a:lnTo>
                  <a:lnTo>
                    <a:pt x="882452" y="856221"/>
                  </a:lnTo>
                  <a:lnTo>
                    <a:pt x="912758" y="863942"/>
                  </a:lnTo>
                  <a:lnTo>
                    <a:pt x="954200" y="894621"/>
                  </a:lnTo>
                  <a:lnTo>
                    <a:pt x="944882" y="9056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h47"/>
            <p:cNvSpPr/>
            <p:nvPr/>
          </p:nvSpPr>
          <p:spPr>
            <a:xfrm>
              <a:off x="3517601" y="5874857"/>
              <a:ext cx="942220" cy="914400"/>
            </a:xfrm>
            <a:custGeom>
              <a:avLst/>
              <a:gdLst/>
              <a:ahLst/>
              <a:cxnLst/>
              <a:rect l="0" t="0" r="0" b="0"/>
              <a:pathLst>
                <a:path w="942220" h="914400">
                  <a:moveTo>
                    <a:pt x="914400" y="914400"/>
                  </a:moveTo>
                  <a:lnTo>
                    <a:pt x="914400" y="824154"/>
                  </a:lnTo>
                  <a:lnTo>
                    <a:pt x="940623" y="889269"/>
                  </a:lnTo>
                  <a:lnTo>
                    <a:pt x="942220" y="9074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h48"/>
            <p:cNvSpPr/>
            <p:nvPr/>
          </p:nvSpPr>
          <p:spPr>
            <a:xfrm>
              <a:off x="3785824" y="5124866"/>
              <a:ext cx="946835" cy="914400"/>
            </a:xfrm>
            <a:custGeom>
              <a:avLst/>
              <a:gdLst/>
              <a:ahLst/>
              <a:cxnLst/>
              <a:rect l="0" t="0" r="0" b="0"/>
              <a:pathLst>
                <a:path w="946835" h="914400">
                  <a:moveTo>
                    <a:pt x="914400" y="914400"/>
                  </a:moveTo>
                  <a:lnTo>
                    <a:pt x="885603" y="898585"/>
                  </a:lnTo>
                  <a:lnTo>
                    <a:pt x="882585" y="843875"/>
                  </a:lnTo>
                  <a:lnTo>
                    <a:pt x="893501" y="794739"/>
                  </a:lnTo>
                  <a:lnTo>
                    <a:pt x="880678" y="750805"/>
                  </a:lnTo>
                  <a:lnTo>
                    <a:pt x="894787" y="722563"/>
                  </a:lnTo>
                  <a:lnTo>
                    <a:pt x="935298" y="788339"/>
                  </a:lnTo>
                  <a:lnTo>
                    <a:pt x="946835" y="819266"/>
                  </a:lnTo>
                  <a:lnTo>
                    <a:pt x="931216" y="856221"/>
                  </a:lnTo>
                  <a:lnTo>
                    <a:pt x="922120" y="89920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h49"/>
            <p:cNvSpPr/>
            <p:nvPr/>
          </p:nvSpPr>
          <p:spPr>
            <a:xfrm>
              <a:off x="3977152" y="3886845"/>
              <a:ext cx="988499" cy="914400"/>
            </a:xfrm>
            <a:custGeom>
              <a:avLst/>
              <a:gdLst/>
              <a:ahLst/>
              <a:cxnLst/>
              <a:rect l="0" t="0" r="0" b="0"/>
              <a:pathLst>
                <a:path w="988499" h="914400">
                  <a:moveTo>
                    <a:pt x="914400" y="914400"/>
                  </a:moveTo>
                  <a:lnTo>
                    <a:pt x="851881" y="886363"/>
                  </a:lnTo>
                  <a:lnTo>
                    <a:pt x="879479" y="847178"/>
                  </a:lnTo>
                  <a:lnTo>
                    <a:pt x="948166" y="829134"/>
                  </a:lnTo>
                  <a:lnTo>
                    <a:pt x="988499" y="835080"/>
                  </a:lnTo>
                  <a:lnTo>
                    <a:pt x="944128" y="873976"/>
                  </a:lnTo>
                  <a:lnTo>
                    <a:pt x="932902" y="8945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h50"/>
            <p:cNvSpPr/>
            <p:nvPr/>
          </p:nvSpPr>
          <p:spPr>
            <a:xfrm>
              <a:off x="5812471" y="5767681"/>
              <a:ext cx="953624" cy="914400"/>
            </a:xfrm>
            <a:custGeom>
              <a:avLst/>
              <a:gdLst/>
              <a:ahLst/>
              <a:cxnLst/>
              <a:rect l="0" t="0" r="0" b="0"/>
              <a:pathLst>
                <a:path w="953624" h="914400">
                  <a:moveTo>
                    <a:pt x="914400" y="914400"/>
                  </a:moveTo>
                  <a:lnTo>
                    <a:pt x="839324" y="890699"/>
                  </a:lnTo>
                  <a:lnTo>
                    <a:pt x="747831" y="832107"/>
                  </a:lnTo>
                  <a:lnTo>
                    <a:pt x="761231" y="717277"/>
                  </a:lnTo>
                  <a:lnTo>
                    <a:pt x="784703" y="667646"/>
                  </a:lnTo>
                  <a:lnTo>
                    <a:pt x="951582" y="796349"/>
                  </a:lnTo>
                  <a:lnTo>
                    <a:pt x="953624" y="844866"/>
                  </a:lnTo>
                  <a:lnTo>
                    <a:pt x="931172" y="90007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5691800" y="5988858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8498283" y="2539035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5532556" y="5615408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7431422" y="4348434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7259348" y="5228504"/>
              <a:ext cx="117405" cy="117405"/>
            </a:xfrm>
            <a:prstGeom prst="ellipse">
              <a:avLst/>
            </a:prstGeom>
            <a:solidFill>
              <a:srgbClr val="33105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5728590" y="6292701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4880203" y="3348772"/>
              <a:ext cx="117405" cy="117405"/>
            </a:xfrm>
            <a:prstGeom prst="ellipse">
              <a:avLst/>
            </a:prstGeom>
            <a:solidFill>
              <a:srgbClr val="5B1776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5085873" y="4046224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g59"/>
            <p:cNvSpPr/>
            <p:nvPr/>
          </p:nvSpPr>
          <p:spPr>
            <a:xfrm>
              <a:off x="5353196" y="6106665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2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1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tx60"/>
            <p:cNvSpPr/>
            <p:nvPr/>
          </p:nvSpPr>
          <p:spPr>
            <a:xfrm>
              <a:off x="5398916" y="6152385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8494331" y="2346983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tx62"/>
            <p:cNvSpPr/>
            <p:nvPr/>
          </p:nvSpPr>
          <p:spPr>
            <a:xfrm>
              <a:off x="8540051" y="2392703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5504822" y="5423482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2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tx64"/>
            <p:cNvSpPr/>
            <p:nvPr/>
          </p:nvSpPr>
          <p:spPr>
            <a:xfrm>
              <a:off x="5550542" y="5469202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7407193" y="4156081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2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tx66"/>
            <p:cNvSpPr/>
            <p:nvPr/>
          </p:nvSpPr>
          <p:spPr>
            <a:xfrm>
              <a:off x="7452913" y="4201801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7259278" y="5035306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tx68"/>
            <p:cNvSpPr/>
            <p:nvPr/>
          </p:nvSpPr>
          <p:spPr>
            <a:xfrm>
              <a:off x="7304998" y="5081026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5474185" y="6410484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2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x70"/>
            <p:cNvSpPr/>
            <p:nvPr/>
          </p:nvSpPr>
          <p:spPr>
            <a:xfrm>
              <a:off x="5519905" y="6456204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4648322" y="3466231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2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tx72"/>
            <p:cNvSpPr/>
            <p:nvPr/>
          </p:nvSpPr>
          <p:spPr>
            <a:xfrm>
              <a:off x="4694042" y="3511951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5104430" y="3854761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2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x74"/>
            <p:cNvSpPr/>
            <p:nvPr/>
          </p:nvSpPr>
          <p:spPr>
            <a:xfrm>
              <a:off x="5150150" y="3900481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4204821" y="1316468"/>
              <a:ext cx="4997954" cy="6511391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tx76"/>
            <p:cNvSpPr/>
            <p:nvPr/>
          </p:nvSpPr>
          <p:spPr>
            <a:xfrm>
              <a:off x="3892468" y="749119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016827" y="747272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061541" y="749119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892468" y="664556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016827" y="6627090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61541" y="664556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892468" y="580010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016827" y="578163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061541" y="580010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892468" y="495429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016827" y="493581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061541" y="495429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892468" y="4108838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4016827" y="4090367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061541" y="4108838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892468" y="326320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4016827" y="324473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061541" y="326320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3892468" y="241756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4016827" y="239909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061541" y="241756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892468" y="157193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016827" y="15534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061541" y="157193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4170027" y="753188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4170027" y="668625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4170027" y="584061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4170027" y="499498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4170027" y="414934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4170027" y="330371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4170027" y="245807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4170027" y="161244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4432001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5340720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6249439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7158158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8066877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8975596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tx114"/>
            <p:cNvSpPr/>
            <p:nvPr/>
          </p:nvSpPr>
          <p:spPr>
            <a:xfrm>
              <a:off x="4310203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4434561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4479275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218922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343280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5387994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127641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6251999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6296713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7036360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160718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205432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7945079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8069437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8114151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8853798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978156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9022870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396834" y="803053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3529541" y="4522146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9341954" y="3854400"/>
              <a:ext cx="645850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5" name="tx135"/>
            <p:cNvSpPr/>
            <p:nvPr/>
          </p:nvSpPr>
          <p:spPr>
            <a:xfrm>
              <a:off x="9411543" y="3938711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11543" y="4123057"/>
              <a:ext cx="219455" cy="1097280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9587108" y="52185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9587108" y="494510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9587108" y="467169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9587108" y="439829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9587108" y="412488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9411543" y="52185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9411543" y="494510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9411543" y="467169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9411543" y="439829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9411543" y="412488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tx147"/>
            <p:cNvSpPr/>
            <p:nvPr/>
          </p:nvSpPr>
          <p:spPr>
            <a:xfrm>
              <a:off x="9700588" y="51785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9700588" y="4905098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9700588" y="463169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700588" y="4358287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9700588" y="408488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4204821" y="739935"/>
              <a:ext cx="2210379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Survival in Future 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4204821" y="986823"/>
              <a:ext cx="1033272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801249"/>
            <a:ext cx="11887200" cy="7315200"/>
            <a:chOff x="914400" y="740027"/>
            <a:chExt cx="11887200" cy="7489573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3640033" y="914400"/>
              <a:ext cx="6435933" cy="7315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4186248" y="1316559"/>
              <a:ext cx="4997884" cy="651130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4413425" y="1316559"/>
              <a:ext cx="0" cy="6511300"/>
            </a:xfrm>
            <a:custGeom>
              <a:avLst/>
              <a:gdLst/>
              <a:ahLst/>
              <a:cxnLst/>
              <a:rect l="0" t="0" r="0" b="0"/>
              <a:pathLst>
                <a:path h="6511300">
                  <a:moveTo>
                    <a:pt x="0" y="6511300"/>
                  </a:moveTo>
                  <a:lnTo>
                    <a:pt x="0" y="6445956"/>
                  </a:lnTo>
                  <a:lnTo>
                    <a:pt x="0" y="6369081"/>
                  </a:lnTo>
                  <a:lnTo>
                    <a:pt x="0" y="6292206"/>
                  </a:lnTo>
                  <a:lnTo>
                    <a:pt x="0" y="6215332"/>
                  </a:lnTo>
                  <a:lnTo>
                    <a:pt x="0" y="6138457"/>
                  </a:lnTo>
                  <a:lnTo>
                    <a:pt x="0" y="6061582"/>
                  </a:lnTo>
                  <a:lnTo>
                    <a:pt x="0" y="5984707"/>
                  </a:lnTo>
                  <a:lnTo>
                    <a:pt x="0" y="5907832"/>
                  </a:lnTo>
                  <a:lnTo>
                    <a:pt x="0" y="5830957"/>
                  </a:lnTo>
                  <a:lnTo>
                    <a:pt x="0" y="5754082"/>
                  </a:lnTo>
                  <a:lnTo>
                    <a:pt x="0" y="5677208"/>
                  </a:lnTo>
                  <a:lnTo>
                    <a:pt x="0" y="5600333"/>
                  </a:lnTo>
                  <a:lnTo>
                    <a:pt x="0" y="5523458"/>
                  </a:lnTo>
                  <a:lnTo>
                    <a:pt x="0" y="5446583"/>
                  </a:lnTo>
                  <a:lnTo>
                    <a:pt x="0" y="5369708"/>
                  </a:lnTo>
                  <a:lnTo>
                    <a:pt x="0" y="5292833"/>
                  </a:lnTo>
                  <a:lnTo>
                    <a:pt x="0" y="5215958"/>
                  </a:lnTo>
                  <a:lnTo>
                    <a:pt x="0" y="5139084"/>
                  </a:lnTo>
                  <a:lnTo>
                    <a:pt x="0" y="5062209"/>
                  </a:lnTo>
                  <a:lnTo>
                    <a:pt x="0" y="4985334"/>
                  </a:lnTo>
                  <a:lnTo>
                    <a:pt x="0" y="4908459"/>
                  </a:lnTo>
                  <a:lnTo>
                    <a:pt x="0" y="4831584"/>
                  </a:lnTo>
                  <a:lnTo>
                    <a:pt x="0" y="4754709"/>
                  </a:lnTo>
                  <a:lnTo>
                    <a:pt x="0" y="4677834"/>
                  </a:lnTo>
                  <a:lnTo>
                    <a:pt x="0" y="4600960"/>
                  </a:lnTo>
                  <a:lnTo>
                    <a:pt x="0" y="4524085"/>
                  </a:lnTo>
                  <a:lnTo>
                    <a:pt x="0" y="4447210"/>
                  </a:lnTo>
                  <a:lnTo>
                    <a:pt x="0" y="4370335"/>
                  </a:lnTo>
                  <a:lnTo>
                    <a:pt x="0" y="4293460"/>
                  </a:lnTo>
                  <a:lnTo>
                    <a:pt x="0" y="4216585"/>
                  </a:lnTo>
                  <a:lnTo>
                    <a:pt x="0" y="4139710"/>
                  </a:lnTo>
                  <a:lnTo>
                    <a:pt x="0" y="4062836"/>
                  </a:lnTo>
                  <a:lnTo>
                    <a:pt x="0" y="3985961"/>
                  </a:lnTo>
                  <a:lnTo>
                    <a:pt x="0" y="3909086"/>
                  </a:lnTo>
                  <a:lnTo>
                    <a:pt x="0" y="3832211"/>
                  </a:lnTo>
                  <a:lnTo>
                    <a:pt x="0" y="3755336"/>
                  </a:lnTo>
                  <a:lnTo>
                    <a:pt x="0" y="3678461"/>
                  </a:lnTo>
                  <a:lnTo>
                    <a:pt x="0" y="3601587"/>
                  </a:lnTo>
                  <a:lnTo>
                    <a:pt x="0" y="3524712"/>
                  </a:lnTo>
                  <a:lnTo>
                    <a:pt x="0" y="3447837"/>
                  </a:lnTo>
                  <a:lnTo>
                    <a:pt x="0" y="3370962"/>
                  </a:lnTo>
                  <a:lnTo>
                    <a:pt x="0" y="3294087"/>
                  </a:lnTo>
                  <a:lnTo>
                    <a:pt x="0" y="3217212"/>
                  </a:lnTo>
                  <a:lnTo>
                    <a:pt x="0" y="3140337"/>
                  </a:lnTo>
                  <a:lnTo>
                    <a:pt x="0" y="3063463"/>
                  </a:lnTo>
                  <a:lnTo>
                    <a:pt x="0" y="2986588"/>
                  </a:lnTo>
                  <a:lnTo>
                    <a:pt x="0" y="2909713"/>
                  </a:lnTo>
                  <a:lnTo>
                    <a:pt x="0" y="2832838"/>
                  </a:lnTo>
                  <a:lnTo>
                    <a:pt x="0" y="2755963"/>
                  </a:lnTo>
                  <a:lnTo>
                    <a:pt x="0" y="2679088"/>
                  </a:lnTo>
                  <a:lnTo>
                    <a:pt x="0" y="2602213"/>
                  </a:lnTo>
                  <a:lnTo>
                    <a:pt x="0" y="2525339"/>
                  </a:lnTo>
                  <a:lnTo>
                    <a:pt x="0" y="2448464"/>
                  </a:lnTo>
                  <a:lnTo>
                    <a:pt x="0" y="2371589"/>
                  </a:lnTo>
                  <a:lnTo>
                    <a:pt x="0" y="2294714"/>
                  </a:lnTo>
                  <a:lnTo>
                    <a:pt x="0" y="2217839"/>
                  </a:lnTo>
                  <a:lnTo>
                    <a:pt x="0" y="2140964"/>
                  </a:lnTo>
                  <a:lnTo>
                    <a:pt x="0" y="2064089"/>
                  </a:lnTo>
                  <a:lnTo>
                    <a:pt x="0" y="1987215"/>
                  </a:lnTo>
                  <a:lnTo>
                    <a:pt x="0" y="1910340"/>
                  </a:lnTo>
                  <a:lnTo>
                    <a:pt x="0" y="1833465"/>
                  </a:lnTo>
                  <a:lnTo>
                    <a:pt x="0" y="1756590"/>
                  </a:lnTo>
                  <a:lnTo>
                    <a:pt x="0" y="1679715"/>
                  </a:lnTo>
                  <a:lnTo>
                    <a:pt x="0" y="1602840"/>
                  </a:lnTo>
                  <a:lnTo>
                    <a:pt x="0" y="1525965"/>
                  </a:lnTo>
                  <a:lnTo>
                    <a:pt x="0" y="1449091"/>
                  </a:lnTo>
                  <a:lnTo>
                    <a:pt x="0" y="1372216"/>
                  </a:lnTo>
                  <a:lnTo>
                    <a:pt x="0" y="1295341"/>
                  </a:lnTo>
                  <a:lnTo>
                    <a:pt x="0" y="1218466"/>
                  </a:lnTo>
                  <a:lnTo>
                    <a:pt x="0" y="1141591"/>
                  </a:lnTo>
                  <a:lnTo>
                    <a:pt x="0" y="1064716"/>
                  </a:lnTo>
                  <a:lnTo>
                    <a:pt x="0" y="987841"/>
                  </a:lnTo>
                  <a:lnTo>
                    <a:pt x="0" y="910967"/>
                  </a:lnTo>
                  <a:lnTo>
                    <a:pt x="0" y="834092"/>
                  </a:lnTo>
                  <a:lnTo>
                    <a:pt x="0" y="757217"/>
                  </a:lnTo>
                  <a:lnTo>
                    <a:pt x="0" y="680342"/>
                  </a:lnTo>
                  <a:lnTo>
                    <a:pt x="0" y="603467"/>
                  </a:lnTo>
                  <a:lnTo>
                    <a:pt x="0" y="526592"/>
                  </a:lnTo>
                  <a:lnTo>
                    <a:pt x="0" y="449717"/>
                  </a:lnTo>
                  <a:lnTo>
                    <a:pt x="0" y="372843"/>
                  </a:lnTo>
                  <a:lnTo>
                    <a:pt x="0" y="295968"/>
                  </a:lnTo>
                  <a:lnTo>
                    <a:pt x="0" y="219093"/>
                  </a:lnTo>
                  <a:lnTo>
                    <a:pt x="0" y="142218"/>
                  </a:lnTo>
                  <a:lnTo>
                    <a:pt x="0" y="6534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5322131" y="1316559"/>
              <a:ext cx="0" cy="6511300"/>
            </a:xfrm>
            <a:custGeom>
              <a:avLst/>
              <a:gdLst/>
              <a:ahLst/>
              <a:cxnLst/>
              <a:rect l="0" t="0" r="0" b="0"/>
              <a:pathLst>
                <a:path h="6511300">
                  <a:moveTo>
                    <a:pt x="0" y="6511300"/>
                  </a:moveTo>
                  <a:lnTo>
                    <a:pt x="0" y="6445956"/>
                  </a:lnTo>
                  <a:lnTo>
                    <a:pt x="0" y="6369081"/>
                  </a:lnTo>
                  <a:lnTo>
                    <a:pt x="0" y="6292206"/>
                  </a:lnTo>
                  <a:lnTo>
                    <a:pt x="0" y="6215332"/>
                  </a:lnTo>
                  <a:lnTo>
                    <a:pt x="0" y="6138457"/>
                  </a:lnTo>
                  <a:lnTo>
                    <a:pt x="0" y="6061582"/>
                  </a:lnTo>
                  <a:lnTo>
                    <a:pt x="0" y="5984707"/>
                  </a:lnTo>
                  <a:lnTo>
                    <a:pt x="0" y="5907832"/>
                  </a:lnTo>
                  <a:lnTo>
                    <a:pt x="0" y="5830957"/>
                  </a:lnTo>
                  <a:lnTo>
                    <a:pt x="0" y="5754082"/>
                  </a:lnTo>
                  <a:lnTo>
                    <a:pt x="0" y="5677208"/>
                  </a:lnTo>
                  <a:lnTo>
                    <a:pt x="0" y="5600333"/>
                  </a:lnTo>
                  <a:lnTo>
                    <a:pt x="0" y="5523458"/>
                  </a:lnTo>
                  <a:lnTo>
                    <a:pt x="0" y="5446583"/>
                  </a:lnTo>
                  <a:lnTo>
                    <a:pt x="0" y="5369708"/>
                  </a:lnTo>
                  <a:lnTo>
                    <a:pt x="0" y="5292833"/>
                  </a:lnTo>
                  <a:lnTo>
                    <a:pt x="0" y="5215958"/>
                  </a:lnTo>
                  <a:lnTo>
                    <a:pt x="0" y="5139084"/>
                  </a:lnTo>
                  <a:lnTo>
                    <a:pt x="0" y="5062209"/>
                  </a:lnTo>
                  <a:lnTo>
                    <a:pt x="0" y="4985334"/>
                  </a:lnTo>
                  <a:lnTo>
                    <a:pt x="0" y="4908459"/>
                  </a:lnTo>
                  <a:lnTo>
                    <a:pt x="0" y="4831584"/>
                  </a:lnTo>
                  <a:lnTo>
                    <a:pt x="0" y="4754709"/>
                  </a:lnTo>
                  <a:lnTo>
                    <a:pt x="0" y="4677834"/>
                  </a:lnTo>
                  <a:lnTo>
                    <a:pt x="0" y="4600960"/>
                  </a:lnTo>
                  <a:lnTo>
                    <a:pt x="0" y="4524085"/>
                  </a:lnTo>
                  <a:lnTo>
                    <a:pt x="0" y="4447210"/>
                  </a:lnTo>
                  <a:lnTo>
                    <a:pt x="0" y="4370335"/>
                  </a:lnTo>
                  <a:lnTo>
                    <a:pt x="0" y="4293460"/>
                  </a:lnTo>
                  <a:lnTo>
                    <a:pt x="0" y="4216585"/>
                  </a:lnTo>
                  <a:lnTo>
                    <a:pt x="0" y="4139710"/>
                  </a:lnTo>
                  <a:lnTo>
                    <a:pt x="0" y="4062836"/>
                  </a:lnTo>
                  <a:lnTo>
                    <a:pt x="0" y="3985961"/>
                  </a:lnTo>
                  <a:lnTo>
                    <a:pt x="0" y="3909086"/>
                  </a:lnTo>
                  <a:lnTo>
                    <a:pt x="0" y="3832211"/>
                  </a:lnTo>
                  <a:lnTo>
                    <a:pt x="0" y="3755336"/>
                  </a:lnTo>
                  <a:lnTo>
                    <a:pt x="0" y="3678461"/>
                  </a:lnTo>
                  <a:lnTo>
                    <a:pt x="0" y="3601587"/>
                  </a:lnTo>
                  <a:lnTo>
                    <a:pt x="0" y="3524712"/>
                  </a:lnTo>
                  <a:lnTo>
                    <a:pt x="0" y="3447837"/>
                  </a:lnTo>
                  <a:lnTo>
                    <a:pt x="0" y="3370962"/>
                  </a:lnTo>
                  <a:lnTo>
                    <a:pt x="0" y="3294087"/>
                  </a:lnTo>
                  <a:lnTo>
                    <a:pt x="0" y="3217212"/>
                  </a:lnTo>
                  <a:lnTo>
                    <a:pt x="0" y="3140337"/>
                  </a:lnTo>
                  <a:lnTo>
                    <a:pt x="0" y="3063463"/>
                  </a:lnTo>
                  <a:lnTo>
                    <a:pt x="0" y="2986588"/>
                  </a:lnTo>
                  <a:lnTo>
                    <a:pt x="0" y="2909713"/>
                  </a:lnTo>
                  <a:lnTo>
                    <a:pt x="0" y="2832838"/>
                  </a:lnTo>
                  <a:lnTo>
                    <a:pt x="0" y="2755963"/>
                  </a:lnTo>
                  <a:lnTo>
                    <a:pt x="0" y="2679088"/>
                  </a:lnTo>
                  <a:lnTo>
                    <a:pt x="0" y="2602213"/>
                  </a:lnTo>
                  <a:lnTo>
                    <a:pt x="0" y="2525339"/>
                  </a:lnTo>
                  <a:lnTo>
                    <a:pt x="0" y="2448464"/>
                  </a:lnTo>
                  <a:lnTo>
                    <a:pt x="0" y="2371589"/>
                  </a:lnTo>
                  <a:lnTo>
                    <a:pt x="0" y="2294714"/>
                  </a:lnTo>
                  <a:lnTo>
                    <a:pt x="0" y="2217839"/>
                  </a:lnTo>
                  <a:lnTo>
                    <a:pt x="0" y="2140964"/>
                  </a:lnTo>
                  <a:lnTo>
                    <a:pt x="0" y="2064089"/>
                  </a:lnTo>
                  <a:lnTo>
                    <a:pt x="0" y="1987215"/>
                  </a:lnTo>
                  <a:lnTo>
                    <a:pt x="0" y="1910340"/>
                  </a:lnTo>
                  <a:lnTo>
                    <a:pt x="0" y="1833465"/>
                  </a:lnTo>
                  <a:lnTo>
                    <a:pt x="0" y="1756590"/>
                  </a:lnTo>
                  <a:lnTo>
                    <a:pt x="0" y="1679715"/>
                  </a:lnTo>
                  <a:lnTo>
                    <a:pt x="0" y="1602840"/>
                  </a:lnTo>
                  <a:lnTo>
                    <a:pt x="0" y="1525965"/>
                  </a:lnTo>
                  <a:lnTo>
                    <a:pt x="0" y="1449091"/>
                  </a:lnTo>
                  <a:lnTo>
                    <a:pt x="0" y="1372216"/>
                  </a:lnTo>
                  <a:lnTo>
                    <a:pt x="0" y="1295341"/>
                  </a:lnTo>
                  <a:lnTo>
                    <a:pt x="0" y="1218466"/>
                  </a:lnTo>
                  <a:lnTo>
                    <a:pt x="0" y="1141591"/>
                  </a:lnTo>
                  <a:lnTo>
                    <a:pt x="0" y="1064716"/>
                  </a:lnTo>
                  <a:lnTo>
                    <a:pt x="0" y="987841"/>
                  </a:lnTo>
                  <a:lnTo>
                    <a:pt x="0" y="910967"/>
                  </a:lnTo>
                  <a:lnTo>
                    <a:pt x="0" y="834092"/>
                  </a:lnTo>
                  <a:lnTo>
                    <a:pt x="0" y="757217"/>
                  </a:lnTo>
                  <a:lnTo>
                    <a:pt x="0" y="680342"/>
                  </a:lnTo>
                  <a:lnTo>
                    <a:pt x="0" y="603467"/>
                  </a:lnTo>
                  <a:lnTo>
                    <a:pt x="0" y="526592"/>
                  </a:lnTo>
                  <a:lnTo>
                    <a:pt x="0" y="449717"/>
                  </a:lnTo>
                  <a:lnTo>
                    <a:pt x="0" y="372843"/>
                  </a:lnTo>
                  <a:lnTo>
                    <a:pt x="0" y="295968"/>
                  </a:lnTo>
                  <a:lnTo>
                    <a:pt x="0" y="219093"/>
                  </a:lnTo>
                  <a:lnTo>
                    <a:pt x="0" y="142218"/>
                  </a:lnTo>
                  <a:lnTo>
                    <a:pt x="0" y="6534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6230837" y="1316559"/>
              <a:ext cx="0" cy="6511300"/>
            </a:xfrm>
            <a:custGeom>
              <a:avLst/>
              <a:gdLst/>
              <a:ahLst/>
              <a:cxnLst/>
              <a:rect l="0" t="0" r="0" b="0"/>
              <a:pathLst>
                <a:path h="6511300">
                  <a:moveTo>
                    <a:pt x="0" y="6511300"/>
                  </a:moveTo>
                  <a:lnTo>
                    <a:pt x="0" y="6445956"/>
                  </a:lnTo>
                  <a:lnTo>
                    <a:pt x="0" y="6369081"/>
                  </a:lnTo>
                  <a:lnTo>
                    <a:pt x="0" y="6292206"/>
                  </a:lnTo>
                  <a:lnTo>
                    <a:pt x="0" y="6215332"/>
                  </a:lnTo>
                  <a:lnTo>
                    <a:pt x="0" y="6138457"/>
                  </a:lnTo>
                  <a:lnTo>
                    <a:pt x="0" y="6061582"/>
                  </a:lnTo>
                  <a:lnTo>
                    <a:pt x="0" y="5984707"/>
                  </a:lnTo>
                  <a:lnTo>
                    <a:pt x="0" y="5907832"/>
                  </a:lnTo>
                  <a:lnTo>
                    <a:pt x="0" y="5830957"/>
                  </a:lnTo>
                  <a:lnTo>
                    <a:pt x="0" y="5754082"/>
                  </a:lnTo>
                  <a:lnTo>
                    <a:pt x="0" y="5677208"/>
                  </a:lnTo>
                  <a:lnTo>
                    <a:pt x="0" y="5600333"/>
                  </a:lnTo>
                  <a:lnTo>
                    <a:pt x="0" y="5523458"/>
                  </a:lnTo>
                  <a:lnTo>
                    <a:pt x="0" y="5446583"/>
                  </a:lnTo>
                  <a:lnTo>
                    <a:pt x="0" y="5369708"/>
                  </a:lnTo>
                  <a:lnTo>
                    <a:pt x="0" y="5292833"/>
                  </a:lnTo>
                  <a:lnTo>
                    <a:pt x="0" y="5215958"/>
                  </a:lnTo>
                  <a:lnTo>
                    <a:pt x="0" y="5139084"/>
                  </a:lnTo>
                  <a:lnTo>
                    <a:pt x="0" y="5062209"/>
                  </a:lnTo>
                  <a:lnTo>
                    <a:pt x="0" y="4985334"/>
                  </a:lnTo>
                  <a:lnTo>
                    <a:pt x="0" y="4908459"/>
                  </a:lnTo>
                  <a:lnTo>
                    <a:pt x="0" y="4831584"/>
                  </a:lnTo>
                  <a:lnTo>
                    <a:pt x="0" y="4754709"/>
                  </a:lnTo>
                  <a:lnTo>
                    <a:pt x="0" y="4677834"/>
                  </a:lnTo>
                  <a:lnTo>
                    <a:pt x="0" y="4600960"/>
                  </a:lnTo>
                  <a:lnTo>
                    <a:pt x="0" y="4524085"/>
                  </a:lnTo>
                  <a:lnTo>
                    <a:pt x="0" y="4447210"/>
                  </a:lnTo>
                  <a:lnTo>
                    <a:pt x="0" y="4370335"/>
                  </a:lnTo>
                  <a:lnTo>
                    <a:pt x="0" y="4293460"/>
                  </a:lnTo>
                  <a:lnTo>
                    <a:pt x="0" y="4216585"/>
                  </a:lnTo>
                  <a:lnTo>
                    <a:pt x="0" y="4139710"/>
                  </a:lnTo>
                  <a:lnTo>
                    <a:pt x="0" y="4062836"/>
                  </a:lnTo>
                  <a:lnTo>
                    <a:pt x="0" y="3985961"/>
                  </a:lnTo>
                  <a:lnTo>
                    <a:pt x="0" y="3909086"/>
                  </a:lnTo>
                  <a:lnTo>
                    <a:pt x="0" y="3832211"/>
                  </a:lnTo>
                  <a:lnTo>
                    <a:pt x="0" y="3755336"/>
                  </a:lnTo>
                  <a:lnTo>
                    <a:pt x="0" y="3678461"/>
                  </a:lnTo>
                  <a:lnTo>
                    <a:pt x="0" y="3601587"/>
                  </a:lnTo>
                  <a:lnTo>
                    <a:pt x="0" y="3524712"/>
                  </a:lnTo>
                  <a:lnTo>
                    <a:pt x="0" y="3447837"/>
                  </a:lnTo>
                  <a:lnTo>
                    <a:pt x="0" y="3370962"/>
                  </a:lnTo>
                  <a:lnTo>
                    <a:pt x="0" y="3294087"/>
                  </a:lnTo>
                  <a:lnTo>
                    <a:pt x="0" y="3217212"/>
                  </a:lnTo>
                  <a:lnTo>
                    <a:pt x="0" y="3140337"/>
                  </a:lnTo>
                  <a:lnTo>
                    <a:pt x="0" y="3063463"/>
                  </a:lnTo>
                  <a:lnTo>
                    <a:pt x="0" y="2986588"/>
                  </a:lnTo>
                  <a:lnTo>
                    <a:pt x="0" y="2909713"/>
                  </a:lnTo>
                  <a:lnTo>
                    <a:pt x="0" y="2832838"/>
                  </a:lnTo>
                  <a:lnTo>
                    <a:pt x="0" y="2755963"/>
                  </a:lnTo>
                  <a:lnTo>
                    <a:pt x="0" y="2679088"/>
                  </a:lnTo>
                  <a:lnTo>
                    <a:pt x="0" y="2602213"/>
                  </a:lnTo>
                  <a:lnTo>
                    <a:pt x="0" y="2525339"/>
                  </a:lnTo>
                  <a:lnTo>
                    <a:pt x="0" y="2448464"/>
                  </a:lnTo>
                  <a:lnTo>
                    <a:pt x="0" y="2371589"/>
                  </a:lnTo>
                  <a:lnTo>
                    <a:pt x="0" y="2294714"/>
                  </a:lnTo>
                  <a:lnTo>
                    <a:pt x="0" y="2217839"/>
                  </a:lnTo>
                  <a:lnTo>
                    <a:pt x="0" y="2140964"/>
                  </a:lnTo>
                  <a:lnTo>
                    <a:pt x="0" y="2064089"/>
                  </a:lnTo>
                  <a:lnTo>
                    <a:pt x="0" y="1987215"/>
                  </a:lnTo>
                  <a:lnTo>
                    <a:pt x="0" y="1910340"/>
                  </a:lnTo>
                  <a:lnTo>
                    <a:pt x="0" y="1833465"/>
                  </a:lnTo>
                  <a:lnTo>
                    <a:pt x="0" y="1756590"/>
                  </a:lnTo>
                  <a:lnTo>
                    <a:pt x="0" y="1679715"/>
                  </a:lnTo>
                  <a:lnTo>
                    <a:pt x="0" y="1602840"/>
                  </a:lnTo>
                  <a:lnTo>
                    <a:pt x="0" y="1525965"/>
                  </a:lnTo>
                  <a:lnTo>
                    <a:pt x="0" y="1449091"/>
                  </a:lnTo>
                  <a:lnTo>
                    <a:pt x="0" y="1372216"/>
                  </a:lnTo>
                  <a:lnTo>
                    <a:pt x="0" y="1295341"/>
                  </a:lnTo>
                  <a:lnTo>
                    <a:pt x="0" y="1218466"/>
                  </a:lnTo>
                  <a:lnTo>
                    <a:pt x="0" y="1141591"/>
                  </a:lnTo>
                  <a:lnTo>
                    <a:pt x="0" y="1064716"/>
                  </a:lnTo>
                  <a:lnTo>
                    <a:pt x="0" y="987841"/>
                  </a:lnTo>
                  <a:lnTo>
                    <a:pt x="0" y="910967"/>
                  </a:lnTo>
                  <a:lnTo>
                    <a:pt x="0" y="834092"/>
                  </a:lnTo>
                  <a:lnTo>
                    <a:pt x="0" y="757217"/>
                  </a:lnTo>
                  <a:lnTo>
                    <a:pt x="0" y="680342"/>
                  </a:lnTo>
                  <a:lnTo>
                    <a:pt x="0" y="603467"/>
                  </a:lnTo>
                  <a:lnTo>
                    <a:pt x="0" y="526592"/>
                  </a:lnTo>
                  <a:lnTo>
                    <a:pt x="0" y="449717"/>
                  </a:lnTo>
                  <a:lnTo>
                    <a:pt x="0" y="372843"/>
                  </a:lnTo>
                  <a:lnTo>
                    <a:pt x="0" y="295968"/>
                  </a:lnTo>
                  <a:lnTo>
                    <a:pt x="0" y="219093"/>
                  </a:lnTo>
                  <a:lnTo>
                    <a:pt x="0" y="142218"/>
                  </a:lnTo>
                  <a:lnTo>
                    <a:pt x="0" y="6534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7139544" y="1316559"/>
              <a:ext cx="0" cy="6511300"/>
            </a:xfrm>
            <a:custGeom>
              <a:avLst/>
              <a:gdLst/>
              <a:ahLst/>
              <a:cxnLst/>
              <a:rect l="0" t="0" r="0" b="0"/>
              <a:pathLst>
                <a:path h="6511300">
                  <a:moveTo>
                    <a:pt x="0" y="6511300"/>
                  </a:moveTo>
                  <a:lnTo>
                    <a:pt x="0" y="6445956"/>
                  </a:lnTo>
                  <a:lnTo>
                    <a:pt x="0" y="6369081"/>
                  </a:lnTo>
                  <a:lnTo>
                    <a:pt x="0" y="6292206"/>
                  </a:lnTo>
                  <a:lnTo>
                    <a:pt x="0" y="6215332"/>
                  </a:lnTo>
                  <a:lnTo>
                    <a:pt x="0" y="6138457"/>
                  </a:lnTo>
                  <a:lnTo>
                    <a:pt x="0" y="6061582"/>
                  </a:lnTo>
                  <a:lnTo>
                    <a:pt x="0" y="5984707"/>
                  </a:lnTo>
                  <a:lnTo>
                    <a:pt x="0" y="5907832"/>
                  </a:lnTo>
                  <a:lnTo>
                    <a:pt x="0" y="5830957"/>
                  </a:lnTo>
                  <a:lnTo>
                    <a:pt x="0" y="5754082"/>
                  </a:lnTo>
                  <a:lnTo>
                    <a:pt x="0" y="5677208"/>
                  </a:lnTo>
                  <a:lnTo>
                    <a:pt x="0" y="5600333"/>
                  </a:lnTo>
                  <a:lnTo>
                    <a:pt x="0" y="5523458"/>
                  </a:lnTo>
                  <a:lnTo>
                    <a:pt x="0" y="5446583"/>
                  </a:lnTo>
                  <a:lnTo>
                    <a:pt x="0" y="5369708"/>
                  </a:lnTo>
                  <a:lnTo>
                    <a:pt x="0" y="5292833"/>
                  </a:lnTo>
                  <a:lnTo>
                    <a:pt x="0" y="5215958"/>
                  </a:lnTo>
                  <a:lnTo>
                    <a:pt x="0" y="5139084"/>
                  </a:lnTo>
                  <a:lnTo>
                    <a:pt x="0" y="5062209"/>
                  </a:lnTo>
                  <a:lnTo>
                    <a:pt x="0" y="4985334"/>
                  </a:lnTo>
                  <a:lnTo>
                    <a:pt x="0" y="4908459"/>
                  </a:lnTo>
                  <a:lnTo>
                    <a:pt x="0" y="4831584"/>
                  </a:lnTo>
                  <a:lnTo>
                    <a:pt x="0" y="4754709"/>
                  </a:lnTo>
                  <a:lnTo>
                    <a:pt x="0" y="4677834"/>
                  </a:lnTo>
                  <a:lnTo>
                    <a:pt x="0" y="4600960"/>
                  </a:lnTo>
                  <a:lnTo>
                    <a:pt x="0" y="4524085"/>
                  </a:lnTo>
                  <a:lnTo>
                    <a:pt x="0" y="4447210"/>
                  </a:lnTo>
                  <a:lnTo>
                    <a:pt x="0" y="4370335"/>
                  </a:lnTo>
                  <a:lnTo>
                    <a:pt x="0" y="4293460"/>
                  </a:lnTo>
                  <a:lnTo>
                    <a:pt x="0" y="4216585"/>
                  </a:lnTo>
                  <a:lnTo>
                    <a:pt x="0" y="4139710"/>
                  </a:lnTo>
                  <a:lnTo>
                    <a:pt x="0" y="4062836"/>
                  </a:lnTo>
                  <a:lnTo>
                    <a:pt x="0" y="3985961"/>
                  </a:lnTo>
                  <a:lnTo>
                    <a:pt x="0" y="3909086"/>
                  </a:lnTo>
                  <a:lnTo>
                    <a:pt x="0" y="3832211"/>
                  </a:lnTo>
                  <a:lnTo>
                    <a:pt x="0" y="3755336"/>
                  </a:lnTo>
                  <a:lnTo>
                    <a:pt x="0" y="3678461"/>
                  </a:lnTo>
                  <a:lnTo>
                    <a:pt x="0" y="3601587"/>
                  </a:lnTo>
                  <a:lnTo>
                    <a:pt x="0" y="3524712"/>
                  </a:lnTo>
                  <a:lnTo>
                    <a:pt x="0" y="3447837"/>
                  </a:lnTo>
                  <a:lnTo>
                    <a:pt x="0" y="3370962"/>
                  </a:lnTo>
                  <a:lnTo>
                    <a:pt x="0" y="3294087"/>
                  </a:lnTo>
                  <a:lnTo>
                    <a:pt x="0" y="3217212"/>
                  </a:lnTo>
                  <a:lnTo>
                    <a:pt x="0" y="3140337"/>
                  </a:lnTo>
                  <a:lnTo>
                    <a:pt x="0" y="3063463"/>
                  </a:lnTo>
                  <a:lnTo>
                    <a:pt x="0" y="2986588"/>
                  </a:lnTo>
                  <a:lnTo>
                    <a:pt x="0" y="2909713"/>
                  </a:lnTo>
                  <a:lnTo>
                    <a:pt x="0" y="2832838"/>
                  </a:lnTo>
                  <a:lnTo>
                    <a:pt x="0" y="2755963"/>
                  </a:lnTo>
                  <a:lnTo>
                    <a:pt x="0" y="2679088"/>
                  </a:lnTo>
                  <a:lnTo>
                    <a:pt x="0" y="2602213"/>
                  </a:lnTo>
                  <a:lnTo>
                    <a:pt x="0" y="2525339"/>
                  </a:lnTo>
                  <a:lnTo>
                    <a:pt x="0" y="2448464"/>
                  </a:lnTo>
                  <a:lnTo>
                    <a:pt x="0" y="2371589"/>
                  </a:lnTo>
                  <a:lnTo>
                    <a:pt x="0" y="2294714"/>
                  </a:lnTo>
                  <a:lnTo>
                    <a:pt x="0" y="2217839"/>
                  </a:lnTo>
                  <a:lnTo>
                    <a:pt x="0" y="2140964"/>
                  </a:lnTo>
                  <a:lnTo>
                    <a:pt x="0" y="2064089"/>
                  </a:lnTo>
                  <a:lnTo>
                    <a:pt x="0" y="1987215"/>
                  </a:lnTo>
                  <a:lnTo>
                    <a:pt x="0" y="1910340"/>
                  </a:lnTo>
                  <a:lnTo>
                    <a:pt x="0" y="1833465"/>
                  </a:lnTo>
                  <a:lnTo>
                    <a:pt x="0" y="1756590"/>
                  </a:lnTo>
                  <a:lnTo>
                    <a:pt x="0" y="1679715"/>
                  </a:lnTo>
                  <a:lnTo>
                    <a:pt x="0" y="1602840"/>
                  </a:lnTo>
                  <a:lnTo>
                    <a:pt x="0" y="1525965"/>
                  </a:lnTo>
                  <a:lnTo>
                    <a:pt x="0" y="1449091"/>
                  </a:lnTo>
                  <a:lnTo>
                    <a:pt x="0" y="1372216"/>
                  </a:lnTo>
                  <a:lnTo>
                    <a:pt x="0" y="1295341"/>
                  </a:lnTo>
                  <a:lnTo>
                    <a:pt x="0" y="1218466"/>
                  </a:lnTo>
                  <a:lnTo>
                    <a:pt x="0" y="1141591"/>
                  </a:lnTo>
                  <a:lnTo>
                    <a:pt x="0" y="1064716"/>
                  </a:lnTo>
                  <a:lnTo>
                    <a:pt x="0" y="987841"/>
                  </a:lnTo>
                  <a:lnTo>
                    <a:pt x="0" y="910967"/>
                  </a:lnTo>
                  <a:lnTo>
                    <a:pt x="0" y="834092"/>
                  </a:lnTo>
                  <a:lnTo>
                    <a:pt x="0" y="757217"/>
                  </a:lnTo>
                  <a:lnTo>
                    <a:pt x="0" y="680342"/>
                  </a:lnTo>
                  <a:lnTo>
                    <a:pt x="0" y="603467"/>
                  </a:lnTo>
                  <a:lnTo>
                    <a:pt x="0" y="526592"/>
                  </a:lnTo>
                  <a:lnTo>
                    <a:pt x="0" y="449717"/>
                  </a:lnTo>
                  <a:lnTo>
                    <a:pt x="0" y="372843"/>
                  </a:lnTo>
                  <a:lnTo>
                    <a:pt x="0" y="295968"/>
                  </a:lnTo>
                  <a:lnTo>
                    <a:pt x="0" y="219093"/>
                  </a:lnTo>
                  <a:lnTo>
                    <a:pt x="0" y="142218"/>
                  </a:lnTo>
                  <a:lnTo>
                    <a:pt x="0" y="6534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8048250" y="1316559"/>
              <a:ext cx="0" cy="6511300"/>
            </a:xfrm>
            <a:custGeom>
              <a:avLst/>
              <a:gdLst/>
              <a:ahLst/>
              <a:cxnLst/>
              <a:rect l="0" t="0" r="0" b="0"/>
              <a:pathLst>
                <a:path h="6511300">
                  <a:moveTo>
                    <a:pt x="0" y="6511300"/>
                  </a:moveTo>
                  <a:lnTo>
                    <a:pt x="0" y="6445956"/>
                  </a:lnTo>
                  <a:lnTo>
                    <a:pt x="0" y="6369081"/>
                  </a:lnTo>
                  <a:lnTo>
                    <a:pt x="0" y="6292206"/>
                  </a:lnTo>
                  <a:lnTo>
                    <a:pt x="0" y="6215332"/>
                  </a:lnTo>
                  <a:lnTo>
                    <a:pt x="0" y="6138457"/>
                  </a:lnTo>
                  <a:lnTo>
                    <a:pt x="0" y="6061582"/>
                  </a:lnTo>
                  <a:lnTo>
                    <a:pt x="0" y="5984707"/>
                  </a:lnTo>
                  <a:lnTo>
                    <a:pt x="0" y="5907832"/>
                  </a:lnTo>
                  <a:lnTo>
                    <a:pt x="0" y="5830957"/>
                  </a:lnTo>
                  <a:lnTo>
                    <a:pt x="0" y="5754082"/>
                  </a:lnTo>
                  <a:lnTo>
                    <a:pt x="0" y="5677208"/>
                  </a:lnTo>
                  <a:lnTo>
                    <a:pt x="0" y="5600333"/>
                  </a:lnTo>
                  <a:lnTo>
                    <a:pt x="0" y="5523458"/>
                  </a:lnTo>
                  <a:lnTo>
                    <a:pt x="0" y="5446583"/>
                  </a:lnTo>
                  <a:lnTo>
                    <a:pt x="0" y="5369708"/>
                  </a:lnTo>
                  <a:lnTo>
                    <a:pt x="0" y="5292833"/>
                  </a:lnTo>
                  <a:lnTo>
                    <a:pt x="0" y="5215958"/>
                  </a:lnTo>
                  <a:lnTo>
                    <a:pt x="0" y="5139084"/>
                  </a:lnTo>
                  <a:lnTo>
                    <a:pt x="0" y="5062209"/>
                  </a:lnTo>
                  <a:lnTo>
                    <a:pt x="0" y="4985334"/>
                  </a:lnTo>
                  <a:lnTo>
                    <a:pt x="0" y="4908459"/>
                  </a:lnTo>
                  <a:lnTo>
                    <a:pt x="0" y="4831584"/>
                  </a:lnTo>
                  <a:lnTo>
                    <a:pt x="0" y="4754709"/>
                  </a:lnTo>
                  <a:lnTo>
                    <a:pt x="0" y="4677834"/>
                  </a:lnTo>
                  <a:lnTo>
                    <a:pt x="0" y="4600960"/>
                  </a:lnTo>
                  <a:lnTo>
                    <a:pt x="0" y="4524085"/>
                  </a:lnTo>
                  <a:lnTo>
                    <a:pt x="0" y="4447210"/>
                  </a:lnTo>
                  <a:lnTo>
                    <a:pt x="0" y="4370335"/>
                  </a:lnTo>
                  <a:lnTo>
                    <a:pt x="0" y="4293460"/>
                  </a:lnTo>
                  <a:lnTo>
                    <a:pt x="0" y="4216585"/>
                  </a:lnTo>
                  <a:lnTo>
                    <a:pt x="0" y="4139710"/>
                  </a:lnTo>
                  <a:lnTo>
                    <a:pt x="0" y="4062836"/>
                  </a:lnTo>
                  <a:lnTo>
                    <a:pt x="0" y="3985961"/>
                  </a:lnTo>
                  <a:lnTo>
                    <a:pt x="0" y="3909086"/>
                  </a:lnTo>
                  <a:lnTo>
                    <a:pt x="0" y="3832211"/>
                  </a:lnTo>
                  <a:lnTo>
                    <a:pt x="0" y="3755336"/>
                  </a:lnTo>
                  <a:lnTo>
                    <a:pt x="0" y="3678461"/>
                  </a:lnTo>
                  <a:lnTo>
                    <a:pt x="0" y="3601587"/>
                  </a:lnTo>
                  <a:lnTo>
                    <a:pt x="0" y="3524712"/>
                  </a:lnTo>
                  <a:lnTo>
                    <a:pt x="0" y="3447837"/>
                  </a:lnTo>
                  <a:lnTo>
                    <a:pt x="0" y="3370962"/>
                  </a:lnTo>
                  <a:lnTo>
                    <a:pt x="0" y="3294087"/>
                  </a:lnTo>
                  <a:lnTo>
                    <a:pt x="0" y="3217212"/>
                  </a:lnTo>
                  <a:lnTo>
                    <a:pt x="0" y="3140337"/>
                  </a:lnTo>
                  <a:lnTo>
                    <a:pt x="0" y="3063463"/>
                  </a:lnTo>
                  <a:lnTo>
                    <a:pt x="0" y="2986588"/>
                  </a:lnTo>
                  <a:lnTo>
                    <a:pt x="0" y="2909713"/>
                  </a:lnTo>
                  <a:lnTo>
                    <a:pt x="0" y="2832838"/>
                  </a:lnTo>
                  <a:lnTo>
                    <a:pt x="0" y="2755963"/>
                  </a:lnTo>
                  <a:lnTo>
                    <a:pt x="0" y="2679088"/>
                  </a:lnTo>
                  <a:lnTo>
                    <a:pt x="0" y="2602213"/>
                  </a:lnTo>
                  <a:lnTo>
                    <a:pt x="0" y="2525339"/>
                  </a:lnTo>
                  <a:lnTo>
                    <a:pt x="0" y="2448464"/>
                  </a:lnTo>
                  <a:lnTo>
                    <a:pt x="0" y="2371589"/>
                  </a:lnTo>
                  <a:lnTo>
                    <a:pt x="0" y="2294714"/>
                  </a:lnTo>
                  <a:lnTo>
                    <a:pt x="0" y="2217839"/>
                  </a:lnTo>
                  <a:lnTo>
                    <a:pt x="0" y="2140964"/>
                  </a:lnTo>
                  <a:lnTo>
                    <a:pt x="0" y="2064089"/>
                  </a:lnTo>
                  <a:lnTo>
                    <a:pt x="0" y="1987215"/>
                  </a:lnTo>
                  <a:lnTo>
                    <a:pt x="0" y="1910340"/>
                  </a:lnTo>
                  <a:lnTo>
                    <a:pt x="0" y="1833465"/>
                  </a:lnTo>
                  <a:lnTo>
                    <a:pt x="0" y="1756590"/>
                  </a:lnTo>
                  <a:lnTo>
                    <a:pt x="0" y="1679715"/>
                  </a:lnTo>
                  <a:lnTo>
                    <a:pt x="0" y="1602840"/>
                  </a:lnTo>
                  <a:lnTo>
                    <a:pt x="0" y="1525965"/>
                  </a:lnTo>
                  <a:lnTo>
                    <a:pt x="0" y="1449091"/>
                  </a:lnTo>
                  <a:lnTo>
                    <a:pt x="0" y="1372216"/>
                  </a:lnTo>
                  <a:lnTo>
                    <a:pt x="0" y="1295341"/>
                  </a:lnTo>
                  <a:lnTo>
                    <a:pt x="0" y="1218466"/>
                  </a:lnTo>
                  <a:lnTo>
                    <a:pt x="0" y="1141591"/>
                  </a:lnTo>
                  <a:lnTo>
                    <a:pt x="0" y="1064716"/>
                  </a:lnTo>
                  <a:lnTo>
                    <a:pt x="0" y="987841"/>
                  </a:lnTo>
                  <a:lnTo>
                    <a:pt x="0" y="910967"/>
                  </a:lnTo>
                  <a:lnTo>
                    <a:pt x="0" y="834092"/>
                  </a:lnTo>
                  <a:lnTo>
                    <a:pt x="0" y="757217"/>
                  </a:lnTo>
                  <a:lnTo>
                    <a:pt x="0" y="680342"/>
                  </a:lnTo>
                  <a:lnTo>
                    <a:pt x="0" y="603467"/>
                  </a:lnTo>
                  <a:lnTo>
                    <a:pt x="0" y="526592"/>
                  </a:lnTo>
                  <a:lnTo>
                    <a:pt x="0" y="449717"/>
                  </a:lnTo>
                  <a:lnTo>
                    <a:pt x="0" y="372843"/>
                  </a:lnTo>
                  <a:lnTo>
                    <a:pt x="0" y="295968"/>
                  </a:lnTo>
                  <a:lnTo>
                    <a:pt x="0" y="219093"/>
                  </a:lnTo>
                  <a:lnTo>
                    <a:pt x="0" y="142218"/>
                  </a:lnTo>
                  <a:lnTo>
                    <a:pt x="0" y="6534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8956956" y="1316559"/>
              <a:ext cx="0" cy="6511300"/>
            </a:xfrm>
            <a:custGeom>
              <a:avLst/>
              <a:gdLst/>
              <a:ahLst/>
              <a:cxnLst/>
              <a:rect l="0" t="0" r="0" b="0"/>
              <a:pathLst>
                <a:path h="6511300">
                  <a:moveTo>
                    <a:pt x="0" y="6511300"/>
                  </a:moveTo>
                  <a:lnTo>
                    <a:pt x="0" y="6445956"/>
                  </a:lnTo>
                  <a:lnTo>
                    <a:pt x="0" y="6369081"/>
                  </a:lnTo>
                  <a:lnTo>
                    <a:pt x="0" y="6292206"/>
                  </a:lnTo>
                  <a:lnTo>
                    <a:pt x="0" y="6215332"/>
                  </a:lnTo>
                  <a:lnTo>
                    <a:pt x="0" y="6138457"/>
                  </a:lnTo>
                  <a:lnTo>
                    <a:pt x="0" y="6061582"/>
                  </a:lnTo>
                  <a:lnTo>
                    <a:pt x="0" y="5984707"/>
                  </a:lnTo>
                  <a:lnTo>
                    <a:pt x="0" y="5907832"/>
                  </a:lnTo>
                  <a:lnTo>
                    <a:pt x="0" y="5830957"/>
                  </a:lnTo>
                  <a:lnTo>
                    <a:pt x="0" y="5754082"/>
                  </a:lnTo>
                  <a:lnTo>
                    <a:pt x="0" y="5677208"/>
                  </a:lnTo>
                  <a:lnTo>
                    <a:pt x="0" y="5600333"/>
                  </a:lnTo>
                  <a:lnTo>
                    <a:pt x="0" y="5523458"/>
                  </a:lnTo>
                  <a:lnTo>
                    <a:pt x="0" y="5446583"/>
                  </a:lnTo>
                  <a:lnTo>
                    <a:pt x="0" y="5369708"/>
                  </a:lnTo>
                  <a:lnTo>
                    <a:pt x="0" y="5292833"/>
                  </a:lnTo>
                  <a:lnTo>
                    <a:pt x="0" y="5215958"/>
                  </a:lnTo>
                  <a:lnTo>
                    <a:pt x="0" y="5139084"/>
                  </a:lnTo>
                  <a:lnTo>
                    <a:pt x="0" y="5062209"/>
                  </a:lnTo>
                  <a:lnTo>
                    <a:pt x="0" y="4985334"/>
                  </a:lnTo>
                  <a:lnTo>
                    <a:pt x="0" y="4908459"/>
                  </a:lnTo>
                  <a:lnTo>
                    <a:pt x="0" y="4831584"/>
                  </a:lnTo>
                  <a:lnTo>
                    <a:pt x="0" y="4754709"/>
                  </a:lnTo>
                  <a:lnTo>
                    <a:pt x="0" y="4677834"/>
                  </a:lnTo>
                  <a:lnTo>
                    <a:pt x="0" y="4600960"/>
                  </a:lnTo>
                  <a:lnTo>
                    <a:pt x="0" y="4524085"/>
                  </a:lnTo>
                  <a:lnTo>
                    <a:pt x="0" y="4447210"/>
                  </a:lnTo>
                  <a:lnTo>
                    <a:pt x="0" y="4370335"/>
                  </a:lnTo>
                  <a:lnTo>
                    <a:pt x="0" y="4293460"/>
                  </a:lnTo>
                  <a:lnTo>
                    <a:pt x="0" y="4216585"/>
                  </a:lnTo>
                  <a:lnTo>
                    <a:pt x="0" y="4139710"/>
                  </a:lnTo>
                  <a:lnTo>
                    <a:pt x="0" y="4062836"/>
                  </a:lnTo>
                  <a:lnTo>
                    <a:pt x="0" y="3985961"/>
                  </a:lnTo>
                  <a:lnTo>
                    <a:pt x="0" y="3909086"/>
                  </a:lnTo>
                  <a:lnTo>
                    <a:pt x="0" y="3832211"/>
                  </a:lnTo>
                  <a:lnTo>
                    <a:pt x="0" y="3755336"/>
                  </a:lnTo>
                  <a:lnTo>
                    <a:pt x="0" y="3678461"/>
                  </a:lnTo>
                  <a:lnTo>
                    <a:pt x="0" y="3601587"/>
                  </a:lnTo>
                  <a:lnTo>
                    <a:pt x="0" y="3524712"/>
                  </a:lnTo>
                  <a:lnTo>
                    <a:pt x="0" y="3447837"/>
                  </a:lnTo>
                  <a:lnTo>
                    <a:pt x="0" y="3370962"/>
                  </a:lnTo>
                  <a:lnTo>
                    <a:pt x="0" y="3294087"/>
                  </a:lnTo>
                  <a:lnTo>
                    <a:pt x="0" y="3217212"/>
                  </a:lnTo>
                  <a:lnTo>
                    <a:pt x="0" y="3140337"/>
                  </a:lnTo>
                  <a:lnTo>
                    <a:pt x="0" y="3063463"/>
                  </a:lnTo>
                  <a:lnTo>
                    <a:pt x="0" y="2986588"/>
                  </a:lnTo>
                  <a:lnTo>
                    <a:pt x="0" y="2909713"/>
                  </a:lnTo>
                  <a:lnTo>
                    <a:pt x="0" y="2832838"/>
                  </a:lnTo>
                  <a:lnTo>
                    <a:pt x="0" y="2755963"/>
                  </a:lnTo>
                  <a:lnTo>
                    <a:pt x="0" y="2679088"/>
                  </a:lnTo>
                  <a:lnTo>
                    <a:pt x="0" y="2602213"/>
                  </a:lnTo>
                  <a:lnTo>
                    <a:pt x="0" y="2525339"/>
                  </a:lnTo>
                  <a:lnTo>
                    <a:pt x="0" y="2448464"/>
                  </a:lnTo>
                  <a:lnTo>
                    <a:pt x="0" y="2371589"/>
                  </a:lnTo>
                  <a:lnTo>
                    <a:pt x="0" y="2294714"/>
                  </a:lnTo>
                  <a:lnTo>
                    <a:pt x="0" y="2217839"/>
                  </a:lnTo>
                  <a:lnTo>
                    <a:pt x="0" y="2140964"/>
                  </a:lnTo>
                  <a:lnTo>
                    <a:pt x="0" y="2064089"/>
                  </a:lnTo>
                  <a:lnTo>
                    <a:pt x="0" y="1987215"/>
                  </a:lnTo>
                  <a:lnTo>
                    <a:pt x="0" y="1910340"/>
                  </a:lnTo>
                  <a:lnTo>
                    <a:pt x="0" y="1833465"/>
                  </a:lnTo>
                  <a:lnTo>
                    <a:pt x="0" y="1756590"/>
                  </a:lnTo>
                  <a:lnTo>
                    <a:pt x="0" y="1679715"/>
                  </a:lnTo>
                  <a:lnTo>
                    <a:pt x="0" y="1602840"/>
                  </a:lnTo>
                  <a:lnTo>
                    <a:pt x="0" y="1525965"/>
                  </a:lnTo>
                  <a:lnTo>
                    <a:pt x="0" y="1449091"/>
                  </a:lnTo>
                  <a:lnTo>
                    <a:pt x="0" y="1372216"/>
                  </a:lnTo>
                  <a:lnTo>
                    <a:pt x="0" y="1295341"/>
                  </a:lnTo>
                  <a:lnTo>
                    <a:pt x="0" y="1218466"/>
                  </a:lnTo>
                  <a:lnTo>
                    <a:pt x="0" y="1141591"/>
                  </a:lnTo>
                  <a:lnTo>
                    <a:pt x="0" y="1064716"/>
                  </a:lnTo>
                  <a:lnTo>
                    <a:pt x="0" y="987841"/>
                  </a:lnTo>
                  <a:lnTo>
                    <a:pt x="0" y="910967"/>
                  </a:lnTo>
                  <a:lnTo>
                    <a:pt x="0" y="834092"/>
                  </a:lnTo>
                  <a:lnTo>
                    <a:pt x="0" y="757217"/>
                  </a:lnTo>
                  <a:lnTo>
                    <a:pt x="0" y="680342"/>
                  </a:lnTo>
                  <a:lnTo>
                    <a:pt x="0" y="603467"/>
                  </a:lnTo>
                  <a:lnTo>
                    <a:pt x="0" y="526592"/>
                  </a:lnTo>
                  <a:lnTo>
                    <a:pt x="0" y="449717"/>
                  </a:lnTo>
                  <a:lnTo>
                    <a:pt x="0" y="372843"/>
                  </a:lnTo>
                  <a:lnTo>
                    <a:pt x="0" y="295968"/>
                  </a:lnTo>
                  <a:lnTo>
                    <a:pt x="0" y="219093"/>
                  </a:lnTo>
                  <a:lnTo>
                    <a:pt x="0" y="142218"/>
                  </a:lnTo>
                  <a:lnTo>
                    <a:pt x="0" y="65343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4186248" y="7531891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4186248" y="6686268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4186248" y="5840644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4186248" y="4995021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4186248" y="4149397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4186248" y="3303774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4186248" y="2458151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4186248" y="1612527"/>
              <a:ext cx="4997884" cy="0"/>
            </a:xfrm>
            <a:custGeom>
              <a:avLst/>
              <a:gdLst/>
              <a:ahLst/>
              <a:cxnLst/>
              <a:rect l="0" t="0" r="0" b="0"/>
              <a:pathLst>
                <a:path w="4997884">
                  <a:moveTo>
                    <a:pt x="0" y="0"/>
                  </a:moveTo>
                  <a:lnTo>
                    <a:pt x="25241" y="0"/>
                  </a:lnTo>
                  <a:lnTo>
                    <a:pt x="89493" y="0"/>
                  </a:lnTo>
                  <a:lnTo>
                    <a:pt x="153745" y="0"/>
                  </a:lnTo>
                  <a:lnTo>
                    <a:pt x="217997" y="0"/>
                  </a:lnTo>
                  <a:lnTo>
                    <a:pt x="282249" y="0"/>
                  </a:lnTo>
                  <a:lnTo>
                    <a:pt x="346501" y="0"/>
                  </a:lnTo>
                  <a:lnTo>
                    <a:pt x="410753" y="0"/>
                  </a:lnTo>
                  <a:lnTo>
                    <a:pt x="475005" y="0"/>
                  </a:lnTo>
                  <a:lnTo>
                    <a:pt x="539257" y="0"/>
                  </a:lnTo>
                  <a:lnTo>
                    <a:pt x="603509" y="0"/>
                  </a:lnTo>
                  <a:lnTo>
                    <a:pt x="667761" y="0"/>
                  </a:lnTo>
                  <a:lnTo>
                    <a:pt x="732013" y="0"/>
                  </a:lnTo>
                  <a:lnTo>
                    <a:pt x="796265" y="0"/>
                  </a:lnTo>
                  <a:lnTo>
                    <a:pt x="860517" y="0"/>
                  </a:lnTo>
                  <a:lnTo>
                    <a:pt x="924769" y="0"/>
                  </a:lnTo>
                  <a:lnTo>
                    <a:pt x="989021" y="0"/>
                  </a:lnTo>
                  <a:lnTo>
                    <a:pt x="1053273" y="0"/>
                  </a:lnTo>
                  <a:lnTo>
                    <a:pt x="1117525" y="0"/>
                  </a:lnTo>
                  <a:lnTo>
                    <a:pt x="1181777" y="0"/>
                  </a:lnTo>
                  <a:lnTo>
                    <a:pt x="1246029" y="0"/>
                  </a:lnTo>
                  <a:lnTo>
                    <a:pt x="1310280" y="0"/>
                  </a:lnTo>
                  <a:lnTo>
                    <a:pt x="1374532" y="0"/>
                  </a:lnTo>
                  <a:lnTo>
                    <a:pt x="1438784" y="0"/>
                  </a:lnTo>
                  <a:lnTo>
                    <a:pt x="1503036" y="0"/>
                  </a:lnTo>
                  <a:lnTo>
                    <a:pt x="1567288" y="0"/>
                  </a:lnTo>
                  <a:lnTo>
                    <a:pt x="1631540" y="0"/>
                  </a:lnTo>
                  <a:lnTo>
                    <a:pt x="1695792" y="0"/>
                  </a:lnTo>
                  <a:lnTo>
                    <a:pt x="1760044" y="0"/>
                  </a:lnTo>
                  <a:lnTo>
                    <a:pt x="1824296" y="0"/>
                  </a:lnTo>
                  <a:lnTo>
                    <a:pt x="1888548" y="0"/>
                  </a:lnTo>
                  <a:lnTo>
                    <a:pt x="1952800" y="0"/>
                  </a:lnTo>
                  <a:lnTo>
                    <a:pt x="2017052" y="0"/>
                  </a:lnTo>
                  <a:lnTo>
                    <a:pt x="2081304" y="0"/>
                  </a:lnTo>
                  <a:lnTo>
                    <a:pt x="2145556" y="0"/>
                  </a:lnTo>
                  <a:lnTo>
                    <a:pt x="2209808" y="0"/>
                  </a:lnTo>
                  <a:lnTo>
                    <a:pt x="2274060" y="0"/>
                  </a:lnTo>
                  <a:lnTo>
                    <a:pt x="2338312" y="0"/>
                  </a:lnTo>
                  <a:lnTo>
                    <a:pt x="2402564" y="0"/>
                  </a:lnTo>
                  <a:lnTo>
                    <a:pt x="2466816" y="0"/>
                  </a:lnTo>
                  <a:lnTo>
                    <a:pt x="2531068" y="0"/>
                  </a:lnTo>
                  <a:lnTo>
                    <a:pt x="2595320" y="0"/>
                  </a:lnTo>
                  <a:lnTo>
                    <a:pt x="2659572" y="0"/>
                  </a:lnTo>
                  <a:lnTo>
                    <a:pt x="2723824" y="0"/>
                  </a:lnTo>
                  <a:lnTo>
                    <a:pt x="2788076" y="0"/>
                  </a:lnTo>
                  <a:lnTo>
                    <a:pt x="2852327" y="0"/>
                  </a:lnTo>
                  <a:lnTo>
                    <a:pt x="2916579" y="0"/>
                  </a:lnTo>
                  <a:lnTo>
                    <a:pt x="2980831" y="0"/>
                  </a:lnTo>
                  <a:lnTo>
                    <a:pt x="3045083" y="0"/>
                  </a:lnTo>
                  <a:lnTo>
                    <a:pt x="3109335" y="0"/>
                  </a:lnTo>
                  <a:lnTo>
                    <a:pt x="3173587" y="0"/>
                  </a:lnTo>
                  <a:lnTo>
                    <a:pt x="3237839" y="0"/>
                  </a:lnTo>
                  <a:lnTo>
                    <a:pt x="3302091" y="0"/>
                  </a:lnTo>
                  <a:lnTo>
                    <a:pt x="3366343" y="0"/>
                  </a:lnTo>
                  <a:lnTo>
                    <a:pt x="3430595" y="0"/>
                  </a:lnTo>
                  <a:lnTo>
                    <a:pt x="3494847" y="0"/>
                  </a:lnTo>
                  <a:lnTo>
                    <a:pt x="3559099" y="0"/>
                  </a:lnTo>
                  <a:lnTo>
                    <a:pt x="3623351" y="0"/>
                  </a:lnTo>
                  <a:lnTo>
                    <a:pt x="3687603" y="0"/>
                  </a:lnTo>
                  <a:lnTo>
                    <a:pt x="3751855" y="0"/>
                  </a:lnTo>
                  <a:lnTo>
                    <a:pt x="3816107" y="0"/>
                  </a:lnTo>
                  <a:lnTo>
                    <a:pt x="3880359" y="0"/>
                  </a:lnTo>
                  <a:lnTo>
                    <a:pt x="3944611" y="0"/>
                  </a:lnTo>
                  <a:lnTo>
                    <a:pt x="4008863" y="0"/>
                  </a:lnTo>
                  <a:lnTo>
                    <a:pt x="4073115" y="0"/>
                  </a:lnTo>
                  <a:lnTo>
                    <a:pt x="4137367" y="0"/>
                  </a:lnTo>
                  <a:lnTo>
                    <a:pt x="4201619" y="0"/>
                  </a:lnTo>
                  <a:lnTo>
                    <a:pt x="4265871" y="0"/>
                  </a:lnTo>
                  <a:lnTo>
                    <a:pt x="4330123" y="0"/>
                  </a:lnTo>
                  <a:lnTo>
                    <a:pt x="4394374" y="0"/>
                  </a:lnTo>
                  <a:lnTo>
                    <a:pt x="4458626" y="0"/>
                  </a:lnTo>
                  <a:lnTo>
                    <a:pt x="4522878" y="0"/>
                  </a:lnTo>
                  <a:lnTo>
                    <a:pt x="4587130" y="0"/>
                  </a:lnTo>
                  <a:lnTo>
                    <a:pt x="4651382" y="0"/>
                  </a:lnTo>
                  <a:lnTo>
                    <a:pt x="4715634" y="0"/>
                  </a:lnTo>
                  <a:lnTo>
                    <a:pt x="4779886" y="0"/>
                  </a:lnTo>
                  <a:lnTo>
                    <a:pt x="4844138" y="0"/>
                  </a:lnTo>
                  <a:lnTo>
                    <a:pt x="4908390" y="0"/>
                  </a:lnTo>
                  <a:lnTo>
                    <a:pt x="4972642" y="0"/>
                  </a:lnTo>
                  <a:lnTo>
                    <a:pt x="4997884" y="0"/>
                  </a:lnTo>
                  <a:lnTo>
                    <a:pt x="4997884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h20"/>
            <p:cNvSpPr/>
            <p:nvPr/>
          </p:nvSpPr>
          <p:spPr>
            <a:xfrm>
              <a:off x="7585363" y="3393882"/>
              <a:ext cx="951981" cy="1668359"/>
            </a:xfrm>
            <a:custGeom>
              <a:avLst/>
              <a:gdLst/>
              <a:ahLst/>
              <a:cxnLst/>
              <a:rect l="0" t="0" r="0" b="0"/>
              <a:pathLst>
                <a:path w="951981" h="1668359">
                  <a:moveTo>
                    <a:pt x="914400" y="914400"/>
                  </a:moveTo>
                  <a:lnTo>
                    <a:pt x="892303" y="974023"/>
                  </a:lnTo>
                  <a:lnTo>
                    <a:pt x="861865" y="984097"/>
                  </a:lnTo>
                  <a:lnTo>
                    <a:pt x="832669" y="1003958"/>
                  </a:lnTo>
                  <a:lnTo>
                    <a:pt x="822242" y="1192613"/>
                  </a:lnTo>
                  <a:lnTo>
                    <a:pt x="875398" y="1264293"/>
                  </a:lnTo>
                  <a:lnTo>
                    <a:pt x="846202" y="1274326"/>
                  </a:lnTo>
                  <a:lnTo>
                    <a:pt x="819491" y="1295797"/>
                  </a:lnTo>
                  <a:lnTo>
                    <a:pt x="800412" y="1327549"/>
                  </a:lnTo>
                  <a:lnTo>
                    <a:pt x="780889" y="1395885"/>
                  </a:lnTo>
                  <a:lnTo>
                    <a:pt x="707545" y="1434615"/>
                  </a:lnTo>
                  <a:lnTo>
                    <a:pt x="679769" y="1463270"/>
                  </a:lnTo>
                  <a:lnTo>
                    <a:pt x="638815" y="1527022"/>
                  </a:lnTo>
                  <a:lnTo>
                    <a:pt x="617473" y="1619554"/>
                  </a:lnTo>
                  <a:lnTo>
                    <a:pt x="575986" y="1659027"/>
                  </a:lnTo>
                  <a:lnTo>
                    <a:pt x="529397" y="1668359"/>
                  </a:lnTo>
                  <a:lnTo>
                    <a:pt x="556730" y="1592550"/>
                  </a:lnTo>
                  <a:lnTo>
                    <a:pt x="592536" y="1530780"/>
                  </a:lnTo>
                  <a:lnTo>
                    <a:pt x="558105" y="1488416"/>
                  </a:lnTo>
                  <a:lnTo>
                    <a:pt x="537384" y="1422104"/>
                  </a:lnTo>
                  <a:lnTo>
                    <a:pt x="510629" y="1371234"/>
                  </a:lnTo>
                  <a:lnTo>
                    <a:pt x="531926" y="1314419"/>
                  </a:lnTo>
                  <a:lnTo>
                    <a:pt x="521455" y="1221310"/>
                  </a:lnTo>
                  <a:lnTo>
                    <a:pt x="524916" y="1130430"/>
                  </a:lnTo>
                  <a:lnTo>
                    <a:pt x="555975" y="1084556"/>
                  </a:lnTo>
                  <a:lnTo>
                    <a:pt x="591560" y="1047148"/>
                  </a:lnTo>
                  <a:lnTo>
                    <a:pt x="646979" y="961140"/>
                  </a:lnTo>
                  <a:lnTo>
                    <a:pt x="707057" y="898792"/>
                  </a:lnTo>
                  <a:lnTo>
                    <a:pt x="790872" y="870756"/>
                  </a:lnTo>
                  <a:lnTo>
                    <a:pt x="828720" y="896603"/>
                  </a:lnTo>
                  <a:lnTo>
                    <a:pt x="845049" y="839912"/>
                  </a:lnTo>
                  <a:lnTo>
                    <a:pt x="872070" y="826988"/>
                  </a:lnTo>
                  <a:lnTo>
                    <a:pt x="897450" y="840077"/>
                  </a:lnTo>
                  <a:lnTo>
                    <a:pt x="951981" y="89425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h21"/>
            <p:cNvSpPr/>
            <p:nvPr/>
          </p:nvSpPr>
          <p:spPr>
            <a:xfrm>
              <a:off x="6441937" y="4703223"/>
              <a:ext cx="1205425" cy="934314"/>
            </a:xfrm>
            <a:custGeom>
              <a:avLst/>
              <a:gdLst/>
              <a:ahLst/>
              <a:cxnLst/>
              <a:rect l="0" t="0" r="0" b="0"/>
              <a:pathLst>
                <a:path w="1205425" h="934314">
                  <a:moveTo>
                    <a:pt x="914400" y="934314"/>
                  </a:moveTo>
                  <a:lnTo>
                    <a:pt x="893723" y="931300"/>
                  </a:lnTo>
                  <a:lnTo>
                    <a:pt x="879924" y="874526"/>
                  </a:lnTo>
                  <a:lnTo>
                    <a:pt x="876685" y="728441"/>
                  </a:lnTo>
                  <a:lnTo>
                    <a:pt x="884938" y="656266"/>
                  </a:lnTo>
                  <a:lnTo>
                    <a:pt x="984017" y="395931"/>
                  </a:lnTo>
                  <a:lnTo>
                    <a:pt x="1028254" y="374667"/>
                  </a:lnTo>
                  <a:lnTo>
                    <a:pt x="1090461" y="215121"/>
                  </a:lnTo>
                  <a:lnTo>
                    <a:pt x="1107233" y="144144"/>
                  </a:lnTo>
                  <a:lnTo>
                    <a:pt x="1134211" y="80226"/>
                  </a:lnTo>
                  <a:lnTo>
                    <a:pt x="1150140" y="23081"/>
                  </a:lnTo>
                  <a:lnTo>
                    <a:pt x="1163495" y="0"/>
                  </a:lnTo>
                  <a:lnTo>
                    <a:pt x="1192513" y="10818"/>
                  </a:lnTo>
                  <a:lnTo>
                    <a:pt x="1205425" y="21347"/>
                  </a:lnTo>
                  <a:lnTo>
                    <a:pt x="1174854" y="54626"/>
                  </a:lnTo>
                  <a:lnTo>
                    <a:pt x="1178404" y="97940"/>
                  </a:lnTo>
                  <a:lnTo>
                    <a:pt x="1176274" y="115901"/>
                  </a:lnTo>
                  <a:lnTo>
                    <a:pt x="1099114" y="304308"/>
                  </a:lnTo>
                  <a:lnTo>
                    <a:pt x="1078481" y="426651"/>
                  </a:lnTo>
                  <a:lnTo>
                    <a:pt x="1051105" y="456504"/>
                  </a:lnTo>
                  <a:lnTo>
                    <a:pt x="937738" y="89174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h22"/>
            <p:cNvSpPr/>
            <p:nvPr/>
          </p:nvSpPr>
          <p:spPr>
            <a:xfrm>
              <a:off x="4167243" y="1612527"/>
              <a:ext cx="4331011" cy="4780827"/>
            </a:xfrm>
            <a:custGeom>
              <a:avLst/>
              <a:gdLst/>
              <a:ahLst/>
              <a:cxnLst/>
              <a:rect l="0" t="0" r="0" b="0"/>
              <a:pathLst>
                <a:path w="4331011" h="4780827">
                  <a:moveTo>
                    <a:pt x="914400" y="1767757"/>
                  </a:moveTo>
                  <a:lnTo>
                    <a:pt x="947500" y="1781713"/>
                  </a:lnTo>
                  <a:lnTo>
                    <a:pt x="992580" y="1753760"/>
                  </a:lnTo>
                  <a:lnTo>
                    <a:pt x="1024128" y="1675473"/>
                  </a:lnTo>
                  <a:lnTo>
                    <a:pt x="1042142" y="1558003"/>
                  </a:lnTo>
                  <a:lnTo>
                    <a:pt x="1063174" y="1446106"/>
                  </a:lnTo>
                  <a:lnTo>
                    <a:pt x="1038282" y="1326406"/>
                  </a:lnTo>
                  <a:lnTo>
                    <a:pt x="1011704" y="1221281"/>
                  </a:lnTo>
                  <a:lnTo>
                    <a:pt x="1009840" y="1190396"/>
                  </a:lnTo>
                  <a:lnTo>
                    <a:pt x="1079591" y="1101705"/>
                  </a:lnTo>
                  <a:lnTo>
                    <a:pt x="1100933" y="1029571"/>
                  </a:lnTo>
                  <a:lnTo>
                    <a:pt x="1124050" y="960905"/>
                  </a:lnTo>
                  <a:lnTo>
                    <a:pt x="1149563" y="937535"/>
                  </a:lnTo>
                  <a:lnTo>
                    <a:pt x="1187544" y="932208"/>
                  </a:lnTo>
                  <a:lnTo>
                    <a:pt x="1231781" y="919285"/>
                  </a:lnTo>
                  <a:lnTo>
                    <a:pt x="1287555" y="873329"/>
                  </a:lnTo>
                  <a:lnTo>
                    <a:pt x="1337560" y="811765"/>
                  </a:lnTo>
                  <a:lnTo>
                    <a:pt x="1375763" y="755321"/>
                  </a:lnTo>
                  <a:lnTo>
                    <a:pt x="1388719" y="643631"/>
                  </a:lnTo>
                  <a:lnTo>
                    <a:pt x="1389252" y="587518"/>
                  </a:lnTo>
                  <a:lnTo>
                    <a:pt x="1406068" y="545856"/>
                  </a:lnTo>
                  <a:lnTo>
                    <a:pt x="1422352" y="464473"/>
                  </a:lnTo>
                  <a:lnTo>
                    <a:pt x="1406512" y="384205"/>
                  </a:lnTo>
                  <a:lnTo>
                    <a:pt x="1357216" y="262440"/>
                  </a:lnTo>
                  <a:lnTo>
                    <a:pt x="1297849" y="91210"/>
                  </a:lnTo>
                  <a:lnTo>
                    <a:pt x="1288757" y="0"/>
                  </a:lnTo>
                  <a:lnTo>
                    <a:pt x="3522293" y="0"/>
                  </a:lnTo>
                  <a:lnTo>
                    <a:pt x="3523380" y="11974"/>
                  </a:lnTo>
                  <a:lnTo>
                    <a:pt x="3518855" y="40712"/>
                  </a:lnTo>
                  <a:lnTo>
                    <a:pt x="3553375" y="158843"/>
                  </a:lnTo>
                  <a:lnTo>
                    <a:pt x="3545344" y="200257"/>
                  </a:lnTo>
                  <a:lnTo>
                    <a:pt x="3540685" y="253026"/>
                  </a:lnTo>
                  <a:lnTo>
                    <a:pt x="3590158" y="303730"/>
                  </a:lnTo>
                  <a:lnTo>
                    <a:pt x="3634306" y="302904"/>
                  </a:lnTo>
                  <a:lnTo>
                    <a:pt x="3679032" y="302120"/>
                  </a:lnTo>
                  <a:lnTo>
                    <a:pt x="3696114" y="314837"/>
                  </a:lnTo>
                  <a:lnTo>
                    <a:pt x="3713241" y="350719"/>
                  </a:lnTo>
                  <a:lnTo>
                    <a:pt x="3727041" y="393082"/>
                  </a:lnTo>
                  <a:lnTo>
                    <a:pt x="3763868" y="389573"/>
                  </a:lnTo>
                  <a:lnTo>
                    <a:pt x="3822659" y="355095"/>
                  </a:lnTo>
                  <a:lnTo>
                    <a:pt x="3860906" y="346879"/>
                  </a:lnTo>
                  <a:lnTo>
                    <a:pt x="3886153" y="413149"/>
                  </a:lnTo>
                  <a:lnTo>
                    <a:pt x="3954838" y="500685"/>
                  </a:lnTo>
                  <a:lnTo>
                    <a:pt x="3994816" y="539910"/>
                  </a:lnTo>
                  <a:lnTo>
                    <a:pt x="4062747" y="560555"/>
                  </a:lnTo>
                  <a:lnTo>
                    <a:pt x="4134317" y="631203"/>
                  </a:lnTo>
                  <a:lnTo>
                    <a:pt x="4124289" y="716343"/>
                  </a:lnTo>
                  <a:lnTo>
                    <a:pt x="4154150" y="744792"/>
                  </a:lnTo>
                  <a:lnTo>
                    <a:pt x="4238587" y="778402"/>
                  </a:lnTo>
                  <a:lnTo>
                    <a:pt x="4268449" y="823739"/>
                  </a:lnTo>
                  <a:lnTo>
                    <a:pt x="4282780" y="862387"/>
                  </a:lnTo>
                  <a:lnTo>
                    <a:pt x="4305010" y="894428"/>
                  </a:lnTo>
                  <a:lnTo>
                    <a:pt x="4331011" y="991253"/>
                  </a:lnTo>
                  <a:lnTo>
                    <a:pt x="4321959" y="1050918"/>
                  </a:lnTo>
                  <a:lnTo>
                    <a:pt x="4287927" y="1071439"/>
                  </a:lnTo>
                  <a:lnTo>
                    <a:pt x="4207572" y="1135356"/>
                  </a:lnTo>
                  <a:lnTo>
                    <a:pt x="4171765" y="1183088"/>
                  </a:lnTo>
                  <a:lnTo>
                    <a:pt x="4143679" y="1212817"/>
                  </a:lnTo>
                  <a:lnTo>
                    <a:pt x="4063856" y="1276569"/>
                  </a:lnTo>
                  <a:lnTo>
                    <a:pt x="4034616" y="1288006"/>
                  </a:lnTo>
                  <a:lnTo>
                    <a:pt x="4006619" y="1321162"/>
                  </a:lnTo>
                  <a:lnTo>
                    <a:pt x="3979553" y="1335655"/>
                  </a:lnTo>
                  <a:lnTo>
                    <a:pt x="3955326" y="1327314"/>
                  </a:lnTo>
                  <a:lnTo>
                    <a:pt x="3864766" y="1387350"/>
                  </a:lnTo>
                  <a:lnTo>
                    <a:pt x="3871821" y="1412992"/>
                  </a:lnTo>
                  <a:lnTo>
                    <a:pt x="3941261" y="1423851"/>
                  </a:lnTo>
                  <a:lnTo>
                    <a:pt x="3976669" y="1410968"/>
                  </a:lnTo>
                  <a:lnTo>
                    <a:pt x="4003912" y="1380785"/>
                  </a:lnTo>
                  <a:lnTo>
                    <a:pt x="4033685" y="1373849"/>
                  </a:lnTo>
                  <a:lnTo>
                    <a:pt x="4060839" y="1379547"/>
                  </a:lnTo>
                  <a:lnTo>
                    <a:pt x="4089636" y="1355763"/>
                  </a:lnTo>
                  <a:lnTo>
                    <a:pt x="4112220" y="1346267"/>
                  </a:lnTo>
                  <a:lnTo>
                    <a:pt x="4135559" y="1357663"/>
                  </a:lnTo>
                  <a:lnTo>
                    <a:pt x="4161605" y="1414685"/>
                  </a:lnTo>
                  <a:lnTo>
                    <a:pt x="4107561" y="1444372"/>
                  </a:lnTo>
                  <a:lnTo>
                    <a:pt x="4069225" y="1445735"/>
                  </a:lnTo>
                  <a:lnTo>
                    <a:pt x="4050501" y="1539257"/>
                  </a:lnTo>
                  <a:lnTo>
                    <a:pt x="4027295" y="1579432"/>
                  </a:lnTo>
                  <a:lnTo>
                    <a:pt x="4010656" y="1598756"/>
                  </a:lnTo>
                  <a:lnTo>
                    <a:pt x="3925598" y="1638560"/>
                  </a:lnTo>
                  <a:lnTo>
                    <a:pt x="3869470" y="1689017"/>
                  </a:lnTo>
                  <a:lnTo>
                    <a:pt x="3803313" y="1729646"/>
                  </a:lnTo>
                  <a:lnTo>
                    <a:pt x="3774428" y="1720810"/>
                  </a:lnTo>
                  <a:lnTo>
                    <a:pt x="3730901" y="1762100"/>
                  </a:lnTo>
                  <a:lnTo>
                    <a:pt x="3634173" y="1810988"/>
                  </a:lnTo>
                  <a:lnTo>
                    <a:pt x="3584612" y="1876846"/>
                  </a:lnTo>
                  <a:lnTo>
                    <a:pt x="3473375" y="1935767"/>
                  </a:lnTo>
                  <a:lnTo>
                    <a:pt x="3416714" y="1983705"/>
                  </a:lnTo>
                  <a:lnTo>
                    <a:pt x="3262793" y="1986224"/>
                  </a:lnTo>
                  <a:lnTo>
                    <a:pt x="3115794" y="1975695"/>
                  </a:lnTo>
                  <a:lnTo>
                    <a:pt x="3069648" y="1998487"/>
                  </a:lnTo>
                  <a:lnTo>
                    <a:pt x="3116814" y="2005547"/>
                  </a:lnTo>
                  <a:lnTo>
                    <a:pt x="3149870" y="2027927"/>
                  </a:lnTo>
                  <a:lnTo>
                    <a:pt x="3189493" y="2018595"/>
                  </a:lnTo>
                  <a:lnTo>
                    <a:pt x="3282626" y="2029785"/>
                  </a:lnTo>
                  <a:lnTo>
                    <a:pt x="3330547" y="2041965"/>
                  </a:lnTo>
                  <a:lnTo>
                    <a:pt x="3392044" y="2120334"/>
                  </a:lnTo>
                  <a:lnTo>
                    <a:pt x="3346830" y="2148205"/>
                  </a:lnTo>
                  <a:lnTo>
                    <a:pt x="3268517" y="2169593"/>
                  </a:lnTo>
                  <a:lnTo>
                    <a:pt x="3297890" y="2280747"/>
                  </a:lnTo>
                  <a:lnTo>
                    <a:pt x="3322116" y="2355688"/>
                  </a:lnTo>
                  <a:lnTo>
                    <a:pt x="3290391" y="2400901"/>
                  </a:lnTo>
                  <a:lnTo>
                    <a:pt x="3288040" y="2606609"/>
                  </a:lnTo>
                  <a:lnTo>
                    <a:pt x="3243536" y="2610531"/>
                  </a:lnTo>
                  <a:lnTo>
                    <a:pt x="3224634" y="2695631"/>
                  </a:lnTo>
                  <a:lnTo>
                    <a:pt x="3238655" y="2739027"/>
                  </a:lnTo>
                  <a:lnTo>
                    <a:pt x="3237546" y="2839816"/>
                  </a:lnTo>
                  <a:lnTo>
                    <a:pt x="3246820" y="2901916"/>
                  </a:lnTo>
                  <a:lnTo>
                    <a:pt x="3268650" y="2959103"/>
                  </a:lnTo>
                  <a:lnTo>
                    <a:pt x="3258933" y="3018726"/>
                  </a:lnTo>
                  <a:lnTo>
                    <a:pt x="3188561" y="3158287"/>
                  </a:lnTo>
                  <a:lnTo>
                    <a:pt x="3190158" y="3223774"/>
                  </a:lnTo>
                  <a:lnTo>
                    <a:pt x="3202804" y="3262669"/>
                  </a:lnTo>
                  <a:lnTo>
                    <a:pt x="3212166" y="3324852"/>
                  </a:lnTo>
                  <a:lnTo>
                    <a:pt x="3180175" y="3444387"/>
                  </a:lnTo>
                  <a:lnTo>
                    <a:pt x="3157591" y="3544268"/>
                  </a:lnTo>
                  <a:lnTo>
                    <a:pt x="3130746" y="3628335"/>
                  </a:lnTo>
                  <a:lnTo>
                    <a:pt x="3070669" y="3729207"/>
                  </a:lnTo>
                  <a:lnTo>
                    <a:pt x="3040763" y="3804603"/>
                  </a:lnTo>
                  <a:lnTo>
                    <a:pt x="2970791" y="4039875"/>
                  </a:lnTo>
                  <a:lnTo>
                    <a:pt x="2936093" y="4086574"/>
                  </a:lnTo>
                  <a:lnTo>
                    <a:pt x="2893542" y="4122455"/>
                  </a:lnTo>
                  <a:lnTo>
                    <a:pt x="2846110" y="4089258"/>
                  </a:lnTo>
                  <a:lnTo>
                    <a:pt x="2802627" y="4071173"/>
                  </a:lnTo>
                  <a:lnTo>
                    <a:pt x="2749516" y="4073361"/>
                  </a:lnTo>
                  <a:lnTo>
                    <a:pt x="2666321" y="4100571"/>
                  </a:lnTo>
                  <a:lnTo>
                    <a:pt x="2541197" y="4082486"/>
                  </a:lnTo>
                  <a:lnTo>
                    <a:pt x="2418912" y="4091198"/>
                  </a:lnTo>
                  <a:lnTo>
                    <a:pt x="2387986" y="4114692"/>
                  </a:lnTo>
                  <a:lnTo>
                    <a:pt x="2406532" y="4200081"/>
                  </a:lnTo>
                  <a:lnTo>
                    <a:pt x="2361452" y="4211270"/>
                  </a:lnTo>
                  <a:lnTo>
                    <a:pt x="2317392" y="4186992"/>
                  </a:lnTo>
                  <a:lnTo>
                    <a:pt x="2278613" y="4215977"/>
                  </a:lnTo>
                  <a:lnTo>
                    <a:pt x="2246222" y="4247771"/>
                  </a:lnTo>
                  <a:lnTo>
                    <a:pt x="2182595" y="4323208"/>
                  </a:lnTo>
                  <a:lnTo>
                    <a:pt x="2161297" y="4369659"/>
                  </a:lnTo>
                  <a:lnTo>
                    <a:pt x="2155795" y="4457153"/>
                  </a:lnTo>
                  <a:lnTo>
                    <a:pt x="2189206" y="4535605"/>
                  </a:lnTo>
                  <a:lnTo>
                    <a:pt x="2218846" y="4627475"/>
                  </a:lnTo>
                  <a:lnTo>
                    <a:pt x="2142528" y="4738340"/>
                  </a:lnTo>
                  <a:lnTo>
                    <a:pt x="2099933" y="4742097"/>
                  </a:lnTo>
                  <a:lnTo>
                    <a:pt x="1975607" y="4711336"/>
                  </a:lnTo>
                  <a:lnTo>
                    <a:pt x="1755263" y="4780827"/>
                  </a:lnTo>
                  <a:lnTo>
                    <a:pt x="1557371" y="4725870"/>
                  </a:lnTo>
                  <a:lnTo>
                    <a:pt x="1582263" y="4666495"/>
                  </a:lnTo>
                  <a:lnTo>
                    <a:pt x="1581420" y="4622851"/>
                  </a:lnTo>
                  <a:lnTo>
                    <a:pt x="1592601" y="4555713"/>
                  </a:lnTo>
                  <a:lnTo>
                    <a:pt x="1599257" y="4487047"/>
                  </a:lnTo>
                  <a:lnTo>
                    <a:pt x="1597393" y="4441091"/>
                  </a:lnTo>
                  <a:lnTo>
                    <a:pt x="1582884" y="4392121"/>
                  </a:lnTo>
                  <a:lnTo>
                    <a:pt x="1534077" y="4328039"/>
                  </a:lnTo>
                  <a:lnTo>
                    <a:pt x="1424127" y="4111761"/>
                  </a:lnTo>
                  <a:lnTo>
                    <a:pt x="1391603" y="4020468"/>
                  </a:lnTo>
                  <a:lnTo>
                    <a:pt x="1368974" y="3982440"/>
                  </a:lnTo>
                  <a:lnTo>
                    <a:pt x="1385258" y="3980375"/>
                  </a:lnTo>
                  <a:lnTo>
                    <a:pt x="1475818" y="4029387"/>
                  </a:lnTo>
                  <a:lnTo>
                    <a:pt x="1496939" y="4023358"/>
                  </a:lnTo>
                  <a:lnTo>
                    <a:pt x="1519124" y="4004943"/>
                  </a:lnTo>
                  <a:lnTo>
                    <a:pt x="1492102" y="3934791"/>
                  </a:lnTo>
                  <a:lnTo>
                    <a:pt x="1468897" y="3903039"/>
                  </a:lnTo>
                  <a:lnTo>
                    <a:pt x="1453145" y="3855555"/>
                  </a:lnTo>
                  <a:lnTo>
                    <a:pt x="1506168" y="3842714"/>
                  </a:lnTo>
                  <a:lnTo>
                    <a:pt x="1544460" y="3845563"/>
                  </a:lnTo>
                  <a:lnTo>
                    <a:pt x="1572679" y="3792133"/>
                  </a:lnTo>
                  <a:lnTo>
                    <a:pt x="1556395" y="3705754"/>
                  </a:lnTo>
                  <a:lnTo>
                    <a:pt x="1515264" y="3679163"/>
                  </a:lnTo>
                  <a:lnTo>
                    <a:pt x="1480921" y="3667602"/>
                  </a:lnTo>
                  <a:lnTo>
                    <a:pt x="1415075" y="3531922"/>
                  </a:lnTo>
                  <a:lnTo>
                    <a:pt x="1346390" y="3461646"/>
                  </a:lnTo>
                  <a:lnTo>
                    <a:pt x="1223883" y="3190576"/>
                  </a:lnTo>
                  <a:lnTo>
                    <a:pt x="1179069" y="3004523"/>
                  </a:lnTo>
                  <a:lnTo>
                    <a:pt x="1137405" y="3022195"/>
                  </a:lnTo>
                  <a:lnTo>
                    <a:pt x="1117172" y="2941142"/>
                  </a:lnTo>
                  <a:lnTo>
                    <a:pt x="1102663" y="2864384"/>
                  </a:lnTo>
                  <a:lnTo>
                    <a:pt x="1099779" y="2807940"/>
                  </a:lnTo>
                  <a:lnTo>
                    <a:pt x="1034466" y="2775610"/>
                  </a:lnTo>
                  <a:lnTo>
                    <a:pt x="1031804" y="2736054"/>
                  </a:lnTo>
                  <a:lnTo>
                    <a:pt x="1020045" y="2559538"/>
                  </a:lnTo>
                  <a:lnTo>
                    <a:pt x="949985" y="2535837"/>
                  </a:lnTo>
                  <a:lnTo>
                    <a:pt x="904682" y="2436782"/>
                  </a:lnTo>
                  <a:lnTo>
                    <a:pt x="896607" y="2249366"/>
                  </a:lnTo>
                  <a:lnTo>
                    <a:pt x="850462" y="2215260"/>
                  </a:lnTo>
                  <a:lnTo>
                    <a:pt x="813324" y="2224716"/>
                  </a:lnTo>
                  <a:lnTo>
                    <a:pt x="815054" y="2178264"/>
                  </a:lnTo>
                  <a:lnTo>
                    <a:pt x="823928" y="2134662"/>
                  </a:lnTo>
                  <a:lnTo>
                    <a:pt x="802231" y="1961904"/>
                  </a:lnTo>
                  <a:lnTo>
                    <a:pt x="794999" y="1804216"/>
                  </a:lnTo>
                  <a:lnTo>
                    <a:pt x="777384" y="1756609"/>
                  </a:lnTo>
                  <a:lnTo>
                    <a:pt x="767400" y="1700867"/>
                  </a:lnTo>
                  <a:lnTo>
                    <a:pt x="776363" y="1652723"/>
                  </a:lnTo>
                  <a:lnTo>
                    <a:pt x="789497" y="1625058"/>
                  </a:lnTo>
                  <a:lnTo>
                    <a:pt x="834710" y="1617791"/>
                  </a:lnTo>
                  <a:lnTo>
                    <a:pt x="876951" y="166036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h23"/>
            <p:cNvSpPr/>
            <p:nvPr/>
          </p:nvSpPr>
          <p:spPr>
            <a:xfrm>
              <a:off x="7651076" y="3353170"/>
              <a:ext cx="1002120" cy="914400"/>
            </a:xfrm>
            <a:custGeom>
              <a:avLst/>
              <a:gdLst/>
              <a:ahLst/>
              <a:cxnLst/>
              <a:rect l="0" t="0" r="0" b="0"/>
              <a:pathLst>
                <a:path w="1002120" h="914400">
                  <a:moveTo>
                    <a:pt x="914400" y="914400"/>
                  </a:moveTo>
                  <a:lnTo>
                    <a:pt x="890839" y="910394"/>
                  </a:lnTo>
                  <a:lnTo>
                    <a:pt x="869364" y="871458"/>
                  </a:lnTo>
                  <a:lnTo>
                    <a:pt x="912802" y="812000"/>
                  </a:lnTo>
                  <a:lnTo>
                    <a:pt x="979269" y="815220"/>
                  </a:lnTo>
                  <a:lnTo>
                    <a:pt x="1002120" y="827607"/>
                  </a:lnTo>
                  <a:lnTo>
                    <a:pt x="922564" y="86167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h24"/>
            <p:cNvSpPr/>
            <p:nvPr/>
          </p:nvSpPr>
          <p:spPr>
            <a:xfrm>
              <a:off x="7302812" y="2372817"/>
              <a:ext cx="966047" cy="914400"/>
            </a:xfrm>
            <a:custGeom>
              <a:avLst/>
              <a:gdLst/>
              <a:ahLst/>
              <a:cxnLst/>
              <a:rect l="0" t="0" r="0" b="0"/>
              <a:pathLst>
                <a:path w="966047" h="914400">
                  <a:moveTo>
                    <a:pt x="914400" y="914400"/>
                  </a:moveTo>
                  <a:lnTo>
                    <a:pt x="904416" y="911840"/>
                  </a:lnTo>
                  <a:lnTo>
                    <a:pt x="916840" y="872573"/>
                  </a:lnTo>
                  <a:lnTo>
                    <a:pt x="926069" y="855602"/>
                  </a:lnTo>
                  <a:lnTo>
                    <a:pt x="956685" y="839747"/>
                  </a:lnTo>
                  <a:lnTo>
                    <a:pt x="966047" y="842513"/>
                  </a:lnTo>
                  <a:lnTo>
                    <a:pt x="934544" y="9063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h25"/>
            <p:cNvSpPr/>
            <p:nvPr/>
          </p:nvSpPr>
          <p:spPr>
            <a:xfrm>
              <a:off x="7392973" y="2019620"/>
              <a:ext cx="972613" cy="914400"/>
            </a:xfrm>
            <a:custGeom>
              <a:avLst/>
              <a:gdLst/>
              <a:ahLst/>
              <a:cxnLst/>
              <a:rect l="0" t="0" r="0" b="0"/>
              <a:pathLst>
                <a:path w="972613" h="914400">
                  <a:moveTo>
                    <a:pt x="914400" y="914400"/>
                  </a:moveTo>
                  <a:lnTo>
                    <a:pt x="902952" y="880087"/>
                  </a:lnTo>
                  <a:lnTo>
                    <a:pt x="907522" y="873357"/>
                  </a:lnTo>
                  <a:lnTo>
                    <a:pt x="915331" y="839499"/>
                  </a:lnTo>
                  <a:lnTo>
                    <a:pt x="937383" y="820918"/>
                  </a:lnTo>
                  <a:lnTo>
                    <a:pt x="972613" y="832067"/>
                  </a:lnTo>
                  <a:lnTo>
                    <a:pt x="972392" y="840531"/>
                  </a:lnTo>
                  <a:lnTo>
                    <a:pt x="938714" y="867948"/>
                  </a:lnTo>
                  <a:lnTo>
                    <a:pt x="925803" y="8864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h26"/>
            <p:cNvSpPr/>
            <p:nvPr/>
          </p:nvSpPr>
          <p:spPr>
            <a:xfrm>
              <a:off x="8008169" y="6250504"/>
              <a:ext cx="948787" cy="917383"/>
            </a:xfrm>
            <a:custGeom>
              <a:avLst/>
              <a:gdLst/>
              <a:ahLst/>
              <a:cxnLst/>
              <a:rect l="0" t="0" r="0" b="0"/>
              <a:pathLst>
                <a:path w="948787" h="917383">
                  <a:moveTo>
                    <a:pt x="914400" y="914400"/>
                  </a:moveTo>
                  <a:lnTo>
                    <a:pt x="787145" y="903334"/>
                  </a:lnTo>
                  <a:lnTo>
                    <a:pt x="769042" y="893094"/>
                  </a:lnTo>
                  <a:lnTo>
                    <a:pt x="839059" y="820671"/>
                  </a:lnTo>
                  <a:lnTo>
                    <a:pt x="884671" y="745399"/>
                  </a:lnTo>
                  <a:lnTo>
                    <a:pt x="923407" y="647169"/>
                  </a:lnTo>
                  <a:lnTo>
                    <a:pt x="927533" y="579123"/>
                  </a:lnTo>
                  <a:lnTo>
                    <a:pt x="937206" y="502406"/>
                  </a:lnTo>
                  <a:lnTo>
                    <a:pt x="948787" y="496689"/>
                  </a:lnTo>
                  <a:lnTo>
                    <a:pt x="948787" y="91738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h27"/>
            <p:cNvSpPr/>
            <p:nvPr/>
          </p:nvSpPr>
          <p:spPr>
            <a:xfrm>
              <a:off x="5641628" y="6602007"/>
              <a:ext cx="3315327" cy="929883"/>
            </a:xfrm>
            <a:custGeom>
              <a:avLst/>
              <a:gdLst/>
              <a:ahLst/>
              <a:cxnLst/>
              <a:rect l="0" t="0" r="0" b="0"/>
              <a:pathLst>
                <a:path w="3315327" h="929883">
                  <a:moveTo>
                    <a:pt x="914399" y="914400"/>
                  </a:moveTo>
                  <a:lnTo>
                    <a:pt x="1174588" y="811587"/>
                  </a:lnTo>
                  <a:lnTo>
                    <a:pt x="1452480" y="715133"/>
                  </a:lnTo>
                  <a:lnTo>
                    <a:pt x="1517349" y="704645"/>
                  </a:lnTo>
                  <a:lnTo>
                    <a:pt x="1582574" y="684330"/>
                  </a:lnTo>
                  <a:lnTo>
                    <a:pt x="1606667" y="648243"/>
                  </a:lnTo>
                  <a:lnTo>
                    <a:pt x="1630716" y="624088"/>
                  </a:lnTo>
                  <a:lnTo>
                    <a:pt x="1668564" y="560460"/>
                  </a:lnTo>
                  <a:lnTo>
                    <a:pt x="1752246" y="461570"/>
                  </a:lnTo>
                  <a:lnTo>
                    <a:pt x="1900222" y="425565"/>
                  </a:lnTo>
                  <a:lnTo>
                    <a:pt x="1955463" y="378659"/>
                  </a:lnTo>
                  <a:lnTo>
                    <a:pt x="2071270" y="312966"/>
                  </a:lnTo>
                  <a:lnTo>
                    <a:pt x="2335274" y="239263"/>
                  </a:lnTo>
                  <a:lnTo>
                    <a:pt x="2445534" y="223078"/>
                  </a:lnTo>
                  <a:lnTo>
                    <a:pt x="2553576" y="221096"/>
                  </a:lnTo>
                  <a:lnTo>
                    <a:pt x="2649771" y="279232"/>
                  </a:lnTo>
                  <a:lnTo>
                    <a:pt x="2751601" y="350995"/>
                  </a:lnTo>
                  <a:lnTo>
                    <a:pt x="2769926" y="394308"/>
                  </a:lnTo>
                  <a:lnTo>
                    <a:pt x="2714818" y="367304"/>
                  </a:lnTo>
                  <a:lnTo>
                    <a:pt x="2634508" y="302850"/>
                  </a:lnTo>
                  <a:lnTo>
                    <a:pt x="2604824" y="300125"/>
                  </a:lnTo>
                  <a:lnTo>
                    <a:pt x="2673376" y="496171"/>
                  </a:lnTo>
                  <a:lnTo>
                    <a:pt x="2710869" y="565497"/>
                  </a:lnTo>
                  <a:lnTo>
                    <a:pt x="2786654" y="617358"/>
                  </a:lnTo>
                  <a:lnTo>
                    <a:pt x="2850192" y="634824"/>
                  </a:lnTo>
                  <a:lnTo>
                    <a:pt x="3045955" y="603402"/>
                  </a:lnTo>
                  <a:lnTo>
                    <a:pt x="3115483" y="562359"/>
                  </a:lnTo>
                  <a:lnTo>
                    <a:pt x="3135583" y="541590"/>
                  </a:lnTo>
                  <a:lnTo>
                    <a:pt x="3153686" y="551830"/>
                  </a:lnTo>
                  <a:lnTo>
                    <a:pt x="3280940" y="562896"/>
                  </a:lnTo>
                  <a:lnTo>
                    <a:pt x="3315327" y="565879"/>
                  </a:lnTo>
                  <a:lnTo>
                    <a:pt x="3315327" y="929883"/>
                  </a:lnTo>
                  <a:lnTo>
                    <a:pt x="884932" y="92988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h28"/>
            <p:cNvSpPr/>
            <p:nvPr/>
          </p:nvSpPr>
          <p:spPr>
            <a:xfrm>
              <a:off x="4413425" y="789337"/>
              <a:ext cx="1176171" cy="2604903"/>
            </a:xfrm>
            <a:custGeom>
              <a:avLst/>
              <a:gdLst/>
              <a:ahLst/>
              <a:cxnLst/>
              <a:rect l="0" t="0" r="0" b="0"/>
              <a:pathLst>
                <a:path w="1176171" h="2604903">
                  <a:moveTo>
                    <a:pt x="1051667" y="914400"/>
                  </a:moveTo>
                  <a:lnTo>
                    <a:pt x="1111035" y="1085630"/>
                  </a:lnTo>
                  <a:lnTo>
                    <a:pt x="1160330" y="1207395"/>
                  </a:lnTo>
                  <a:lnTo>
                    <a:pt x="1176171" y="1287663"/>
                  </a:lnTo>
                  <a:lnTo>
                    <a:pt x="1159887" y="1369046"/>
                  </a:lnTo>
                  <a:lnTo>
                    <a:pt x="1143070" y="1410708"/>
                  </a:lnTo>
                  <a:lnTo>
                    <a:pt x="1142538" y="1466821"/>
                  </a:lnTo>
                  <a:lnTo>
                    <a:pt x="1129582" y="1578511"/>
                  </a:lnTo>
                  <a:lnTo>
                    <a:pt x="1091379" y="1634955"/>
                  </a:lnTo>
                  <a:lnTo>
                    <a:pt x="1041373" y="1696519"/>
                  </a:lnTo>
                  <a:lnTo>
                    <a:pt x="985600" y="1742475"/>
                  </a:lnTo>
                  <a:lnTo>
                    <a:pt x="941362" y="1755398"/>
                  </a:lnTo>
                  <a:lnTo>
                    <a:pt x="903381" y="1760725"/>
                  </a:lnTo>
                  <a:lnTo>
                    <a:pt x="877868" y="1784095"/>
                  </a:lnTo>
                  <a:lnTo>
                    <a:pt x="854751" y="1852761"/>
                  </a:lnTo>
                  <a:lnTo>
                    <a:pt x="833409" y="1924895"/>
                  </a:lnTo>
                  <a:lnTo>
                    <a:pt x="763659" y="2013586"/>
                  </a:lnTo>
                  <a:lnTo>
                    <a:pt x="765522" y="2044471"/>
                  </a:lnTo>
                  <a:lnTo>
                    <a:pt x="792100" y="2149596"/>
                  </a:lnTo>
                  <a:lnTo>
                    <a:pt x="816992" y="2269296"/>
                  </a:lnTo>
                  <a:lnTo>
                    <a:pt x="795961" y="2381193"/>
                  </a:lnTo>
                  <a:lnTo>
                    <a:pt x="777946" y="2498663"/>
                  </a:lnTo>
                  <a:lnTo>
                    <a:pt x="746399" y="2576950"/>
                  </a:lnTo>
                  <a:lnTo>
                    <a:pt x="701318" y="2604903"/>
                  </a:lnTo>
                  <a:lnTo>
                    <a:pt x="668218" y="2590947"/>
                  </a:lnTo>
                  <a:lnTo>
                    <a:pt x="630769" y="2483551"/>
                  </a:lnTo>
                  <a:lnTo>
                    <a:pt x="629926" y="2458860"/>
                  </a:lnTo>
                  <a:lnTo>
                    <a:pt x="620609" y="2426034"/>
                  </a:lnTo>
                  <a:lnTo>
                    <a:pt x="514386" y="2393332"/>
                  </a:lnTo>
                  <a:lnTo>
                    <a:pt x="495617" y="2394530"/>
                  </a:lnTo>
                  <a:lnTo>
                    <a:pt x="453865" y="2375371"/>
                  </a:lnTo>
                  <a:lnTo>
                    <a:pt x="429372" y="2369962"/>
                  </a:lnTo>
                  <a:lnTo>
                    <a:pt x="379145" y="2358896"/>
                  </a:lnTo>
                  <a:lnTo>
                    <a:pt x="337392" y="2264135"/>
                  </a:lnTo>
                  <a:lnTo>
                    <a:pt x="293022" y="2185312"/>
                  </a:lnTo>
                  <a:lnTo>
                    <a:pt x="286721" y="2152362"/>
                  </a:lnTo>
                  <a:lnTo>
                    <a:pt x="288230" y="2004956"/>
                  </a:lnTo>
                  <a:lnTo>
                    <a:pt x="274652" y="1939388"/>
                  </a:lnTo>
                  <a:lnTo>
                    <a:pt x="270482" y="1867914"/>
                  </a:lnTo>
                  <a:lnTo>
                    <a:pt x="242573" y="1926051"/>
                  </a:lnTo>
                  <a:lnTo>
                    <a:pt x="258768" y="2017963"/>
                  </a:lnTo>
                  <a:lnTo>
                    <a:pt x="224336" y="2056528"/>
                  </a:lnTo>
                  <a:lnTo>
                    <a:pt x="180898" y="2075274"/>
                  </a:lnTo>
                  <a:lnTo>
                    <a:pt x="184980" y="2129116"/>
                  </a:lnTo>
                  <a:lnTo>
                    <a:pt x="202817" y="2139315"/>
                  </a:lnTo>
                  <a:lnTo>
                    <a:pt x="206544" y="2195222"/>
                  </a:lnTo>
                  <a:lnTo>
                    <a:pt x="195984" y="2277967"/>
                  </a:lnTo>
                  <a:lnTo>
                    <a:pt x="110482" y="2461956"/>
                  </a:lnTo>
                  <a:lnTo>
                    <a:pt x="93222" y="2481734"/>
                  </a:lnTo>
                  <a:lnTo>
                    <a:pt x="81508" y="2506591"/>
                  </a:lnTo>
                  <a:lnTo>
                    <a:pt x="37759" y="2490075"/>
                  </a:lnTo>
                  <a:lnTo>
                    <a:pt x="0" y="2524546"/>
                  </a:lnTo>
                  <a:lnTo>
                    <a:pt x="0" y="823189"/>
                  </a:lnTo>
                  <a:lnTo>
                    <a:pt x="1042576" y="8231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h29"/>
            <p:cNvSpPr/>
            <p:nvPr/>
          </p:nvSpPr>
          <p:spPr>
            <a:xfrm>
              <a:off x="3509097" y="6047604"/>
              <a:ext cx="917417" cy="1011283"/>
            </a:xfrm>
            <a:custGeom>
              <a:avLst/>
              <a:gdLst/>
              <a:ahLst/>
              <a:cxnLst/>
              <a:rect l="0" t="0" r="0" b="0"/>
              <a:pathLst>
                <a:path w="917417" h="1011283">
                  <a:moveTo>
                    <a:pt x="914400" y="914400"/>
                  </a:moveTo>
                  <a:lnTo>
                    <a:pt x="917417" y="992727"/>
                  </a:lnTo>
                  <a:lnTo>
                    <a:pt x="904327" y="1011283"/>
                  </a:lnTo>
                  <a:lnTo>
                    <a:pt x="904327" y="8967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h30"/>
            <p:cNvSpPr/>
            <p:nvPr/>
          </p:nvSpPr>
          <p:spPr>
            <a:xfrm>
              <a:off x="3564205" y="6204465"/>
              <a:ext cx="1332813" cy="1327425"/>
            </a:xfrm>
            <a:custGeom>
              <a:avLst/>
              <a:gdLst/>
              <a:ahLst/>
              <a:cxnLst/>
              <a:rect l="0" t="0" r="0" b="0"/>
              <a:pathLst>
                <a:path w="1332813" h="1327425">
                  <a:moveTo>
                    <a:pt x="914400" y="914400"/>
                  </a:moveTo>
                  <a:lnTo>
                    <a:pt x="926823" y="946730"/>
                  </a:lnTo>
                  <a:lnTo>
                    <a:pt x="945725" y="981620"/>
                  </a:lnTo>
                  <a:lnTo>
                    <a:pt x="1012991" y="956763"/>
                  </a:lnTo>
                  <a:lnTo>
                    <a:pt x="1181598" y="1059989"/>
                  </a:lnTo>
                  <a:lnTo>
                    <a:pt x="1283561" y="1009739"/>
                  </a:lnTo>
                  <a:lnTo>
                    <a:pt x="1309651" y="1006807"/>
                  </a:lnTo>
                  <a:lnTo>
                    <a:pt x="1332813" y="1090213"/>
                  </a:lnTo>
                  <a:lnTo>
                    <a:pt x="1307477" y="1174239"/>
                  </a:lnTo>
                  <a:lnTo>
                    <a:pt x="1217583" y="1263880"/>
                  </a:lnTo>
                  <a:lnTo>
                    <a:pt x="1237505" y="1319126"/>
                  </a:lnTo>
                  <a:lnTo>
                    <a:pt x="1256933" y="1327425"/>
                  </a:lnTo>
                  <a:lnTo>
                    <a:pt x="849219" y="1327425"/>
                  </a:lnTo>
                  <a:lnTo>
                    <a:pt x="849219" y="9214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h31"/>
            <p:cNvSpPr/>
            <p:nvPr/>
          </p:nvSpPr>
          <p:spPr>
            <a:xfrm>
              <a:off x="4000766" y="6609729"/>
              <a:ext cx="933481" cy="922162"/>
            </a:xfrm>
            <a:custGeom>
              <a:avLst/>
              <a:gdLst/>
              <a:ahLst/>
              <a:cxnLst/>
              <a:rect l="0" t="0" r="0" b="0"/>
              <a:pathLst>
                <a:path w="933481" h="922162">
                  <a:moveTo>
                    <a:pt x="914400" y="914400"/>
                  </a:moveTo>
                  <a:lnTo>
                    <a:pt x="933481" y="922162"/>
                  </a:lnTo>
                  <a:lnTo>
                    <a:pt x="858299" y="92216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h32"/>
            <p:cNvSpPr/>
            <p:nvPr/>
          </p:nvSpPr>
          <p:spPr>
            <a:xfrm>
              <a:off x="4271691" y="6521491"/>
              <a:ext cx="1880651" cy="1010399"/>
            </a:xfrm>
            <a:custGeom>
              <a:avLst/>
              <a:gdLst/>
              <a:ahLst/>
              <a:cxnLst/>
              <a:rect l="0" t="0" r="0" b="0"/>
              <a:pathLst>
                <a:path w="1880651" h="1010399">
                  <a:moveTo>
                    <a:pt x="914400" y="914400"/>
                  </a:moveTo>
                  <a:lnTo>
                    <a:pt x="957883" y="887396"/>
                  </a:lnTo>
                  <a:lnTo>
                    <a:pt x="1101021" y="868072"/>
                  </a:lnTo>
                  <a:lnTo>
                    <a:pt x="1127067" y="819391"/>
                  </a:lnTo>
                  <a:lnTo>
                    <a:pt x="1185059" y="770421"/>
                  </a:lnTo>
                  <a:lnTo>
                    <a:pt x="1222419" y="716950"/>
                  </a:lnTo>
                  <a:lnTo>
                    <a:pt x="1311870" y="615169"/>
                  </a:lnTo>
                  <a:lnTo>
                    <a:pt x="1404426" y="633502"/>
                  </a:lnTo>
                  <a:lnTo>
                    <a:pt x="1458470" y="652991"/>
                  </a:lnTo>
                  <a:lnTo>
                    <a:pt x="1517793" y="662818"/>
                  </a:lnTo>
                  <a:lnTo>
                    <a:pt x="1571792" y="771329"/>
                  </a:lnTo>
                  <a:lnTo>
                    <a:pt x="1708364" y="891277"/>
                  </a:lnTo>
                  <a:lnTo>
                    <a:pt x="1833843" y="880831"/>
                  </a:lnTo>
                  <a:lnTo>
                    <a:pt x="1878391" y="994296"/>
                  </a:lnTo>
                  <a:lnTo>
                    <a:pt x="1880651" y="1010399"/>
                  </a:lnTo>
                  <a:lnTo>
                    <a:pt x="831383" y="1010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h33"/>
            <p:cNvSpPr/>
            <p:nvPr/>
          </p:nvSpPr>
          <p:spPr>
            <a:xfrm>
              <a:off x="5195661" y="6350756"/>
              <a:ext cx="914400" cy="973238"/>
            </a:xfrm>
            <a:custGeom>
              <a:avLst/>
              <a:gdLst/>
              <a:ahLst/>
              <a:cxnLst/>
              <a:rect l="0" t="0" r="0" b="0"/>
              <a:pathLst>
                <a:path w="914400" h="973238">
                  <a:moveTo>
                    <a:pt x="914400" y="914399"/>
                  </a:moveTo>
                  <a:lnTo>
                    <a:pt x="902198" y="943385"/>
                  </a:lnTo>
                  <a:lnTo>
                    <a:pt x="851127" y="895158"/>
                  </a:lnTo>
                  <a:lnTo>
                    <a:pt x="799835" y="895819"/>
                  </a:lnTo>
                  <a:lnTo>
                    <a:pt x="769175" y="970100"/>
                  </a:lnTo>
                  <a:lnTo>
                    <a:pt x="746369" y="973238"/>
                  </a:lnTo>
                  <a:lnTo>
                    <a:pt x="667168" y="905770"/>
                  </a:lnTo>
                  <a:lnTo>
                    <a:pt x="654478" y="872862"/>
                  </a:lnTo>
                  <a:lnTo>
                    <a:pt x="651860" y="845486"/>
                  </a:lnTo>
                  <a:lnTo>
                    <a:pt x="663174" y="750725"/>
                  </a:lnTo>
                  <a:lnTo>
                    <a:pt x="661089" y="720914"/>
                  </a:lnTo>
                  <a:lnTo>
                    <a:pt x="685981" y="688336"/>
                  </a:lnTo>
                  <a:lnTo>
                    <a:pt x="689841" y="641265"/>
                  </a:lnTo>
                  <a:lnTo>
                    <a:pt x="733856" y="591634"/>
                  </a:lnTo>
                  <a:lnTo>
                    <a:pt x="772902" y="589776"/>
                  </a:lnTo>
                  <a:lnTo>
                    <a:pt x="785326" y="631809"/>
                  </a:lnTo>
                  <a:lnTo>
                    <a:pt x="804006" y="660754"/>
                  </a:lnTo>
                  <a:lnTo>
                    <a:pt x="869807" y="693208"/>
                  </a:lnTo>
                  <a:lnTo>
                    <a:pt x="879613" y="707948"/>
                  </a:lnTo>
                  <a:lnTo>
                    <a:pt x="885559" y="728346"/>
                  </a:lnTo>
                  <a:lnTo>
                    <a:pt x="854943" y="768315"/>
                  </a:lnTo>
                  <a:lnTo>
                    <a:pt x="844560" y="788795"/>
                  </a:lnTo>
                  <a:lnTo>
                    <a:pt x="854278" y="821620"/>
                  </a:lnTo>
                  <a:lnTo>
                    <a:pt x="903041" y="85750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h34"/>
            <p:cNvSpPr/>
            <p:nvPr/>
          </p:nvSpPr>
          <p:spPr>
            <a:xfrm>
              <a:off x="5258490" y="6586813"/>
              <a:ext cx="1022186" cy="945078"/>
            </a:xfrm>
            <a:custGeom>
              <a:avLst/>
              <a:gdLst/>
              <a:ahLst/>
              <a:cxnLst/>
              <a:rect l="0" t="0" r="0" b="0"/>
              <a:pathLst>
                <a:path w="1022186" h="945078">
                  <a:moveTo>
                    <a:pt x="914400" y="914400"/>
                  </a:moveTo>
                  <a:lnTo>
                    <a:pt x="893812" y="894704"/>
                  </a:lnTo>
                  <a:lnTo>
                    <a:pt x="890750" y="866585"/>
                  </a:lnTo>
                  <a:lnTo>
                    <a:pt x="894078" y="837476"/>
                  </a:lnTo>
                  <a:lnTo>
                    <a:pt x="990007" y="915845"/>
                  </a:lnTo>
                  <a:lnTo>
                    <a:pt x="1022186" y="945078"/>
                  </a:lnTo>
                  <a:lnTo>
                    <a:pt x="934862" y="9450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h35"/>
            <p:cNvSpPr/>
            <p:nvPr/>
          </p:nvSpPr>
          <p:spPr>
            <a:xfrm>
              <a:off x="4012124" y="6265699"/>
              <a:ext cx="984150" cy="914400"/>
            </a:xfrm>
            <a:custGeom>
              <a:avLst/>
              <a:gdLst/>
              <a:ahLst/>
              <a:cxnLst/>
              <a:rect l="0" t="0" r="0" b="0"/>
              <a:pathLst>
                <a:path w="984150" h="914400">
                  <a:moveTo>
                    <a:pt x="914400" y="914400"/>
                  </a:moveTo>
                  <a:lnTo>
                    <a:pt x="887777" y="880583"/>
                  </a:lnTo>
                  <a:lnTo>
                    <a:pt x="860978" y="871994"/>
                  </a:lnTo>
                  <a:lnTo>
                    <a:pt x="875398" y="830291"/>
                  </a:lnTo>
                  <a:lnTo>
                    <a:pt x="894255" y="815138"/>
                  </a:lnTo>
                  <a:lnTo>
                    <a:pt x="961787" y="842307"/>
                  </a:lnTo>
                  <a:lnTo>
                    <a:pt x="982996" y="895489"/>
                  </a:lnTo>
                  <a:lnTo>
                    <a:pt x="984150" y="91274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h36"/>
            <p:cNvSpPr/>
            <p:nvPr/>
          </p:nvSpPr>
          <p:spPr>
            <a:xfrm>
              <a:off x="8042556" y="1246876"/>
              <a:ext cx="914400" cy="1142154"/>
            </a:xfrm>
            <a:custGeom>
              <a:avLst/>
              <a:gdLst/>
              <a:ahLst/>
              <a:cxnLst/>
              <a:rect l="0" t="0" r="0" b="0"/>
              <a:pathLst>
                <a:path w="914400" h="1142154">
                  <a:moveTo>
                    <a:pt x="914400" y="914400"/>
                  </a:moveTo>
                  <a:lnTo>
                    <a:pt x="914400" y="1133612"/>
                  </a:lnTo>
                  <a:lnTo>
                    <a:pt x="823440" y="1142154"/>
                  </a:lnTo>
                  <a:lnTo>
                    <a:pt x="798992" y="1127579"/>
                  </a:lnTo>
                  <a:lnTo>
                    <a:pt x="765492" y="1014237"/>
                  </a:lnTo>
                  <a:lnTo>
                    <a:pt x="772148" y="984963"/>
                  </a:lnTo>
                  <a:lnTo>
                    <a:pt x="794688" y="972493"/>
                  </a:lnTo>
                  <a:lnTo>
                    <a:pt x="813989" y="969809"/>
                  </a:lnTo>
                  <a:lnTo>
                    <a:pt x="816829" y="1030836"/>
                  </a:lnTo>
                  <a:lnTo>
                    <a:pt x="845182" y="1024766"/>
                  </a:lnTo>
                  <a:lnTo>
                    <a:pt x="854056" y="984550"/>
                  </a:lnTo>
                  <a:lnTo>
                    <a:pt x="856052" y="956225"/>
                  </a:lnTo>
                  <a:lnTo>
                    <a:pt x="848376" y="941938"/>
                  </a:lnTo>
                  <a:lnTo>
                    <a:pt x="829120" y="930872"/>
                  </a:lnTo>
                  <a:lnTo>
                    <a:pt x="817983" y="911879"/>
                  </a:lnTo>
                  <a:lnTo>
                    <a:pt x="834000" y="881324"/>
                  </a:lnTo>
                  <a:lnTo>
                    <a:pt x="863640" y="868111"/>
                  </a:lnTo>
                  <a:lnTo>
                    <a:pt x="889197" y="908947"/>
                  </a:lnTo>
                  <a:lnTo>
                    <a:pt x="909652" y="9143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h37"/>
            <p:cNvSpPr/>
            <p:nvPr/>
          </p:nvSpPr>
          <p:spPr>
            <a:xfrm>
              <a:off x="7891475" y="1404437"/>
              <a:ext cx="914400" cy="939504"/>
            </a:xfrm>
            <a:custGeom>
              <a:avLst/>
              <a:gdLst/>
              <a:ahLst/>
              <a:cxnLst/>
              <a:rect l="0" t="0" r="0" b="0"/>
              <a:pathLst>
                <a:path w="914400" h="939504">
                  <a:moveTo>
                    <a:pt x="914400" y="914400"/>
                  </a:moveTo>
                  <a:lnTo>
                    <a:pt x="897006" y="909651"/>
                  </a:lnTo>
                  <a:lnTo>
                    <a:pt x="883651" y="916134"/>
                  </a:lnTo>
                  <a:lnTo>
                    <a:pt x="874599" y="939504"/>
                  </a:lnTo>
                  <a:lnTo>
                    <a:pt x="854899" y="931122"/>
                  </a:lnTo>
                  <a:lnTo>
                    <a:pt x="846956" y="897636"/>
                  </a:lnTo>
                  <a:lnTo>
                    <a:pt x="861643" y="847509"/>
                  </a:lnTo>
                  <a:lnTo>
                    <a:pt x="896829" y="845610"/>
                  </a:lnTo>
                  <a:lnTo>
                    <a:pt x="912048" y="89544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h38"/>
            <p:cNvSpPr/>
            <p:nvPr/>
          </p:nvSpPr>
          <p:spPr>
            <a:xfrm>
              <a:off x="4667254" y="5192649"/>
              <a:ext cx="931305" cy="1685907"/>
            </a:xfrm>
            <a:custGeom>
              <a:avLst/>
              <a:gdLst/>
              <a:ahLst/>
              <a:cxnLst/>
              <a:rect l="0" t="0" r="0" b="0"/>
              <a:pathLst>
                <a:path w="931305" h="1685907">
                  <a:moveTo>
                    <a:pt x="914400" y="914400"/>
                  </a:moveTo>
                  <a:lnTo>
                    <a:pt x="902597" y="939050"/>
                  </a:lnTo>
                  <a:lnTo>
                    <a:pt x="885248" y="955277"/>
                  </a:lnTo>
                  <a:lnTo>
                    <a:pt x="839857" y="972495"/>
                  </a:lnTo>
                  <a:lnTo>
                    <a:pt x="800545" y="996526"/>
                  </a:lnTo>
                  <a:lnTo>
                    <a:pt x="765492" y="1038766"/>
                  </a:lnTo>
                  <a:lnTo>
                    <a:pt x="752581" y="1099132"/>
                  </a:lnTo>
                  <a:lnTo>
                    <a:pt x="780001" y="1143312"/>
                  </a:lnTo>
                  <a:lnTo>
                    <a:pt x="829874" y="1167508"/>
                  </a:lnTo>
                  <a:lnTo>
                    <a:pt x="842564" y="1251617"/>
                  </a:lnTo>
                  <a:lnTo>
                    <a:pt x="801388" y="1293113"/>
                  </a:lnTo>
                  <a:lnTo>
                    <a:pt x="695742" y="1334527"/>
                  </a:lnTo>
                  <a:lnTo>
                    <a:pt x="684649" y="1434491"/>
                  </a:lnTo>
                  <a:lnTo>
                    <a:pt x="688066" y="1513273"/>
                  </a:lnTo>
                  <a:lnTo>
                    <a:pt x="686158" y="1570542"/>
                  </a:lnTo>
                  <a:lnTo>
                    <a:pt x="677772" y="1649778"/>
                  </a:lnTo>
                  <a:lnTo>
                    <a:pt x="592315" y="1685907"/>
                  </a:lnTo>
                  <a:lnTo>
                    <a:pt x="537162" y="1565216"/>
                  </a:lnTo>
                  <a:lnTo>
                    <a:pt x="536674" y="1516906"/>
                  </a:lnTo>
                  <a:lnTo>
                    <a:pt x="520213" y="1460504"/>
                  </a:lnTo>
                  <a:lnTo>
                    <a:pt x="517107" y="1412442"/>
                  </a:lnTo>
                  <a:lnTo>
                    <a:pt x="497584" y="1335560"/>
                  </a:lnTo>
                  <a:lnTo>
                    <a:pt x="416741" y="1314749"/>
                  </a:lnTo>
                  <a:lnTo>
                    <a:pt x="385371" y="1312024"/>
                  </a:lnTo>
                  <a:lnTo>
                    <a:pt x="341489" y="1326311"/>
                  </a:lnTo>
                  <a:lnTo>
                    <a:pt x="330618" y="1320736"/>
                  </a:lnTo>
                  <a:lnTo>
                    <a:pt x="278083" y="1215735"/>
                  </a:lnTo>
                  <a:lnTo>
                    <a:pt x="286735" y="1099875"/>
                  </a:lnTo>
                  <a:lnTo>
                    <a:pt x="258693" y="1041408"/>
                  </a:lnTo>
                  <a:lnTo>
                    <a:pt x="254833" y="1014941"/>
                  </a:lnTo>
                  <a:lnTo>
                    <a:pt x="255499" y="985625"/>
                  </a:lnTo>
                  <a:lnTo>
                    <a:pt x="232470" y="961470"/>
                  </a:lnTo>
                  <a:lnTo>
                    <a:pt x="204517" y="948670"/>
                  </a:lnTo>
                  <a:lnTo>
                    <a:pt x="190940" y="883473"/>
                  </a:lnTo>
                  <a:lnTo>
                    <a:pt x="223064" y="867659"/>
                  </a:lnTo>
                  <a:lnTo>
                    <a:pt x="302487" y="875298"/>
                  </a:lnTo>
                  <a:lnTo>
                    <a:pt x="325693" y="870838"/>
                  </a:lnTo>
                  <a:lnTo>
                    <a:pt x="346946" y="857254"/>
                  </a:lnTo>
                  <a:lnTo>
                    <a:pt x="411195" y="750064"/>
                  </a:lnTo>
                  <a:lnTo>
                    <a:pt x="409331" y="726446"/>
                  </a:lnTo>
                  <a:lnTo>
                    <a:pt x="416208" y="695809"/>
                  </a:lnTo>
                  <a:lnTo>
                    <a:pt x="485737" y="684454"/>
                  </a:lnTo>
                  <a:lnTo>
                    <a:pt x="516707" y="725868"/>
                  </a:lnTo>
                  <a:lnTo>
                    <a:pt x="510496" y="792180"/>
                  </a:lnTo>
                  <a:lnTo>
                    <a:pt x="514445" y="877156"/>
                  </a:lnTo>
                  <a:lnTo>
                    <a:pt x="556552" y="900278"/>
                  </a:lnTo>
                  <a:lnTo>
                    <a:pt x="572969" y="903664"/>
                  </a:lnTo>
                  <a:lnTo>
                    <a:pt x="590495" y="840903"/>
                  </a:lnTo>
                  <a:lnTo>
                    <a:pt x="602786" y="810389"/>
                  </a:lnTo>
                  <a:lnTo>
                    <a:pt x="619469" y="793378"/>
                  </a:lnTo>
                  <a:lnTo>
                    <a:pt x="625149" y="736026"/>
                  </a:lnTo>
                  <a:lnTo>
                    <a:pt x="615254" y="701012"/>
                  </a:lnTo>
                  <a:lnTo>
                    <a:pt x="594178" y="674916"/>
                  </a:lnTo>
                  <a:lnTo>
                    <a:pt x="672891" y="603897"/>
                  </a:lnTo>
                  <a:lnTo>
                    <a:pt x="754355" y="547660"/>
                  </a:lnTo>
                  <a:lnTo>
                    <a:pt x="801743" y="544728"/>
                  </a:lnTo>
                  <a:lnTo>
                    <a:pt x="849441" y="558478"/>
                  </a:lnTo>
                  <a:lnTo>
                    <a:pt x="893767" y="577471"/>
                  </a:lnTo>
                  <a:lnTo>
                    <a:pt x="917816" y="593822"/>
                  </a:lnTo>
                  <a:lnTo>
                    <a:pt x="931305" y="620083"/>
                  </a:lnTo>
                  <a:lnTo>
                    <a:pt x="901576" y="682679"/>
                  </a:lnTo>
                  <a:lnTo>
                    <a:pt x="893324" y="716950"/>
                  </a:lnTo>
                  <a:lnTo>
                    <a:pt x="913290" y="82975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h39"/>
            <p:cNvSpPr/>
            <p:nvPr/>
          </p:nvSpPr>
          <p:spPr>
            <a:xfrm>
              <a:off x="3616740" y="3558837"/>
              <a:ext cx="1217494" cy="2405430"/>
            </a:xfrm>
            <a:custGeom>
              <a:avLst/>
              <a:gdLst/>
              <a:ahLst/>
              <a:cxnLst/>
              <a:rect l="0" t="0" r="0" b="0"/>
              <a:pathLst>
                <a:path w="1217494" h="2405430">
                  <a:moveTo>
                    <a:pt x="914400" y="914400"/>
                  </a:moveTo>
                  <a:lnTo>
                    <a:pt x="1038992" y="814312"/>
                  </a:lnTo>
                  <a:lnTo>
                    <a:pt x="1073822" y="813032"/>
                  </a:lnTo>
                  <a:lnTo>
                    <a:pt x="1015209" y="887643"/>
                  </a:lnTo>
                  <a:lnTo>
                    <a:pt x="1005803" y="916505"/>
                  </a:lnTo>
                  <a:lnTo>
                    <a:pt x="998703" y="960768"/>
                  </a:lnTo>
                  <a:lnTo>
                    <a:pt x="1040722" y="1056892"/>
                  </a:lnTo>
                  <a:lnTo>
                    <a:pt x="1031848" y="1115400"/>
                  </a:lnTo>
                  <a:lnTo>
                    <a:pt x="1034821" y="1230517"/>
                  </a:lnTo>
                  <a:lnTo>
                    <a:pt x="995198" y="1290512"/>
                  </a:lnTo>
                  <a:lnTo>
                    <a:pt x="950473" y="1418140"/>
                  </a:lnTo>
                  <a:lnTo>
                    <a:pt x="931216" y="1436927"/>
                  </a:lnTo>
                  <a:lnTo>
                    <a:pt x="927089" y="1585902"/>
                  </a:lnTo>
                  <a:lnTo>
                    <a:pt x="931482" y="1621453"/>
                  </a:lnTo>
                  <a:lnTo>
                    <a:pt x="925137" y="1757091"/>
                  </a:lnTo>
                  <a:lnTo>
                    <a:pt x="970972" y="1812627"/>
                  </a:lnTo>
                  <a:lnTo>
                    <a:pt x="1019424" y="1841654"/>
                  </a:lnTo>
                  <a:lnTo>
                    <a:pt x="1181021" y="1840621"/>
                  </a:lnTo>
                  <a:lnTo>
                    <a:pt x="1197793" y="1865024"/>
                  </a:lnTo>
                  <a:lnTo>
                    <a:pt x="1217494" y="1906975"/>
                  </a:lnTo>
                  <a:lnTo>
                    <a:pt x="1203073" y="1978200"/>
                  </a:lnTo>
                  <a:lnTo>
                    <a:pt x="1185813" y="2031919"/>
                  </a:lnTo>
                  <a:lnTo>
                    <a:pt x="1139003" y="2077173"/>
                  </a:lnTo>
                  <a:lnTo>
                    <a:pt x="1078925" y="2110907"/>
                  </a:lnTo>
                  <a:lnTo>
                    <a:pt x="1041565" y="2112394"/>
                  </a:lnTo>
                  <a:lnTo>
                    <a:pt x="990672" y="2048270"/>
                  </a:lnTo>
                  <a:lnTo>
                    <a:pt x="966490" y="2069080"/>
                  </a:lnTo>
                  <a:lnTo>
                    <a:pt x="941510" y="2101782"/>
                  </a:lnTo>
                  <a:lnTo>
                    <a:pt x="899669" y="2277265"/>
                  </a:lnTo>
                  <a:lnTo>
                    <a:pt x="879835" y="2395810"/>
                  </a:lnTo>
                  <a:lnTo>
                    <a:pt x="869097" y="2405430"/>
                  </a:lnTo>
                  <a:lnTo>
                    <a:pt x="845448" y="2387964"/>
                  </a:lnTo>
                  <a:lnTo>
                    <a:pt x="804583" y="2386602"/>
                  </a:lnTo>
                  <a:lnTo>
                    <a:pt x="796685" y="2390902"/>
                  </a:lnTo>
                  <a:lnTo>
                    <a:pt x="796685" y="94103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h40"/>
            <p:cNvSpPr/>
            <p:nvPr/>
          </p:nvSpPr>
          <p:spPr>
            <a:xfrm>
              <a:off x="3509762" y="5127988"/>
              <a:ext cx="914400" cy="935415"/>
            </a:xfrm>
            <a:custGeom>
              <a:avLst/>
              <a:gdLst/>
              <a:ahLst/>
              <a:cxnLst/>
              <a:rect l="0" t="0" r="0" b="0"/>
              <a:pathLst>
                <a:path w="914400" h="935415">
                  <a:moveTo>
                    <a:pt x="914400" y="914400"/>
                  </a:moveTo>
                  <a:lnTo>
                    <a:pt x="903662" y="935415"/>
                  </a:lnTo>
                  <a:lnTo>
                    <a:pt x="903662" y="8976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h41"/>
            <p:cNvSpPr/>
            <p:nvPr/>
          </p:nvSpPr>
          <p:spPr>
            <a:xfrm>
              <a:off x="3811082" y="5300334"/>
              <a:ext cx="974566" cy="1344685"/>
            </a:xfrm>
            <a:custGeom>
              <a:avLst/>
              <a:gdLst/>
              <a:ahLst/>
              <a:cxnLst/>
              <a:rect l="0" t="0" r="0" b="0"/>
              <a:pathLst>
                <a:path w="974566" h="1344685">
                  <a:moveTo>
                    <a:pt x="914400" y="914400"/>
                  </a:moveTo>
                  <a:lnTo>
                    <a:pt x="937694" y="1008500"/>
                  </a:lnTo>
                  <a:lnTo>
                    <a:pt x="974566" y="1113749"/>
                  </a:lnTo>
                  <a:lnTo>
                    <a:pt x="959169" y="1157805"/>
                  </a:lnTo>
                  <a:lnTo>
                    <a:pt x="969641" y="1214249"/>
                  </a:lnTo>
                  <a:lnTo>
                    <a:pt x="959125" y="1273129"/>
                  </a:lnTo>
                  <a:lnTo>
                    <a:pt x="885781" y="1341588"/>
                  </a:lnTo>
                  <a:lnTo>
                    <a:pt x="803518" y="1344685"/>
                  </a:lnTo>
                  <a:lnTo>
                    <a:pt x="718016" y="1311611"/>
                  </a:lnTo>
                  <a:lnTo>
                    <a:pt x="602342" y="1250632"/>
                  </a:lnTo>
                  <a:lnTo>
                    <a:pt x="602342" y="932008"/>
                  </a:lnTo>
                  <a:lnTo>
                    <a:pt x="732348" y="869393"/>
                  </a:lnTo>
                  <a:lnTo>
                    <a:pt x="763008" y="879427"/>
                  </a:lnTo>
                  <a:lnTo>
                    <a:pt x="794999" y="912087"/>
                  </a:lnTo>
                  <a:lnTo>
                    <a:pt x="831826" y="914028"/>
                  </a:lnTo>
                  <a:lnTo>
                    <a:pt x="885293" y="867700"/>
                  </a:lnTo>
                  <a:lnTo>
                    <a:pt x="895453" y="8702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h42"/>
            <p:cNvSpPr/>
            <p:nvPr/>
          </p:nvSpPr>
          <p:spPr>
            <a:xfrm>
              <a:off x="4197992" y="5915971"/>
              <a:ext cx="1017783" cy="1084144"/>
            </a:xfrm>
            <a:custGeom>
              <a:avLst/>
              <a:gdLst/>
              <a:ahLst/>
              <a:cxnLst/>
              <a:rect l="0" t="0" r="0" b="0"/>
              <a:pathLst>
                <a:path w="1017783" h="1084144">
                  <a:moveTo>
                    <a:pt x="914400" y="914400"/>
                  </a:moveTo>
                  <a:lnTo>
                    <a:pt x="968798" y="911385"/>
                  </a:lnTo>
                  <a:lnTo>
                    <a:pt x="1005803" y="933145"/>
                  </a:lnTo>
                  <a:lnTo>
                    <a:pt x="1014632" y="966755"/>
                  </a:lnTo>
                  <a:lnTo>
                    <a:pt x="1017783" y="1041367"/>
                  </a:lnTo>
                  <a:lnTo>
                    <a:pt x="978914" y="1063127"/>
                  </a:lnTo>
                  <a:lnTo>
                    <a:pt x="936008" y="1055736"/>
                  </a:lnTo>
                  <a:lnTo>
                    <a:pt x="877616" y="1084144"/>
                  </a:lnTo>
                  <a:lnTo>
                    <a:pt x="685936" y="962172"/>
                  </a:lnTo>
                  <a:lnTo>
                    <a:pt x="688732" y="860474"/>
                  </a:lnTo>
                  <a:lnTo>
                    <a:pt x="696408" y="820547"/>
                  </a:lnTo>
                  <a:lnTo>
                    <a:pt x="787234" y="811050"/>
                  </a:lnTo>
                  <a:lnTo>
                    <a:pt x="834000" y="8619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h43"/>
            <p:cNvSpPr/>
            <p:nvPr/>
          </p:nvSpPr>
          <p:spPr>
            <a:xfrm>
              <a:off x="3812413" y="5987444"/>
              <a:ext cx="1033135" cy="914400"/>
            </a:xfrm>
            <a:custGeom>
              <a:avLst/>
              <a:gdLst/>
              <a:ahLst/>
              <a:cxnLst/>
              <a:rect l="0" t="0" r="0" b="0"/>
              <a:pathLst>
                <a:path w="1033135" h="914400">
                  <a:moveTo>
                    <a:pt x="914400" y="914400"/>
                  </a:moveTo>
                  <a:lnTo>
                    <a:pt x="887023" y="845899"/>
                  </a:lnTo>
                  <a:lnTo>
                    <a:pt x="883473" y="824469"/>
                  </a:lnTo>
                  <a:lnTo>
                    <a:pt x="915642" y="780619"/>
                  </a:lnTo>
                  <a:lnTo>
                    <a:pt x="936452" y="730947"/>
                  </a:lnTo>
                  <a:lnTo>
                    <a:pt x="990273" y="654684"/>
                  </a:lnTo>
                  <a:lnTo>
                    <a:pt x="1021288" y="565332"/>
                  </a:lnTo>
                  <a:lnTo>
                    <a:pt x="1033135" y="566736"/>
                  </a:lnTo>
                  <a:lnTo>
                    <a:pt x="1019380" y="646302"/>
                  </a:lnTo>
                  <a:lnTo>
                    <a:pt x="948698" y="868237"/>
                  </a:lnTo>
                  <a:lnTo>
                    <a:pt x="934544" y="90961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h44"/>
            <p:cNvSpPr/>
            <p:nvPr/>
          </p:nvSpPr>
          <p:spPr>
            <a:xfrm>
              <a:off x="4639921" y="5813406"/>
              <a:ext cx="931748" cy="963783"/>
            </a:xfrm>
            <a:custGeom>
              <a:avLst/>
              <a:gdLst/>
              <a:ahLst/>
              <a:cxnLst/>
              <a:rect l="0" t="0" r="0" b="0"/>
              <a:pathLst>
                <a:path w="931748" h="963783">
                  <a:moveTo>
                    <a:pt x="914400" y="914400"/>
                  </a:moveTo>
                  <a:lnTo>
                    <a:pt x="844649" y="905150"/>
                  </a:lnTo>
                  <a:lnTo>
                    <a:pt x="766025" y="963783"/>
                  </a:lnTo>
                  <a:lnTo>
                    <a:pt x="736208" y="945243"/>
                  </a:lnTo>
                  <a:lnTo>
                    <a:pt x="747478" y="907793"/>
                  </a:lnTo>
                  <a:lnTo>
                    <a:pt x="755686" y="894167"/>
                  </a:lnTo>
                  <a:lnTo>
                    <a:pt x="782131" y="878271"/>
                  </a:lnTo>
                  <a:lnTo>
                    <a:pt x="799791" y="855024"/>
                  </a:lnTo>
                  <a:lnTo>
                    <a:pt x="806712" y="818648"/>
                  </a:lnTo>
                  <a:lnTo>
                    <a:pt x="823085" y="838260"/>
                  </a:lnTo>
                  <a:lnTo>
                    <a:pt x="871760" y="846477"/>
                  </a:lnTo>
                  <a:lnTo>
                    <a:pt x="895542" y="858080"/>
                  </a:lnTo>
                  <a:lnTo>
                    <a:pt x="915420" y="875133"/>
                  </a:lnTo>
                  <a:lnTo>
                    <a:pt x="931748" y="90180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h45"/>
            <p:cNvSpPr/>
            <p:nvPr/>
          </p:nvSpPr>
          <p:spPr>
            <a:xfrm>
              <a:off x="4667431" y="5303389"/>
              <a:ext cx="957173" cy="914400"/>
            </a:xfrm>
            <a:custGeom>
              <a:avLst/>
              <a:gdLst/>
              <a:ahLst/>
              <a:cxnLst/>
              <a:rect l="0" t="0" r="0" b="0"/>
              <a:pathLst>
                <a:path w="957173" h="914400">
                  <a:moveTo>
                    <a:pt x="914400" y="914400"/>
                  </a:moveTo>
                  <a:lnTo>
                    <a:pt x="904993" y="912500"/>
                  </a:lnTo>
                  <a:lnTo>
                    <a:pt x="891105" y="863158"/>
                  </a:lnTo>
                  <a:lnTo>
                    <a:pt x="913645" y="833140"/>
                  </a:lnTo>
                  <a:lnTo>
                    <a:pt x="926956" y="807664"/>
                  </a:lnTo>
                  <a:lnTo>
                    <a:pt x="936407" y="808408"/>
                  </a:lnTo>
                  <a:lnTo>
                    <a:pt x="949319" y="835948"/>
                  </a:lnTo>
                  <a:lnTo>
                    <a:pt x="957173" y="87843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h46"/>
            <p:cNvSpPr/>
            <p:nvPr/>
          </p:nvSpPr>
          <p:spPr>
            <a:xfrm>
              <a:off x="3688620" y="5909571"/>
              <a:ext cx="954200" cy="914399"/>
            </a:xfrm>
            <a:custGeom>
              <a:avLst/>
              <a:gdLst/>
              <a:ahLst/>
              <a:cxnLst/>
              <a:rect l="0" t="0" r="0" b="0"/>
              <a:pathLst>
                <a:path w="954200" h="914399">
                  <a:moveTo>
                    <a:pt x="914400" y="914399"/>
                  </a:moveTo>
                  <a:lnTo>
                    <a:pt x="879524" y="895984"/>
                  </a:lnTo>
                  <a:lnTo>
                    <a:pt x="822775" y="826617"/>
                  </a:lnTo>
                  <a:lnTo>
                    <a:pt x="815631" y="808201"/>
                  </a:lnTo>
                  <a:lnTo>
                    <a:pt x="845448" y="819969"/>
                  </a:lnTo>
                  <a:lnTo>
                    <a:pt x="882453" y="856222"/>
                  </a:lnTo>
                  <a:lnTo>
                    <a:pt x="912758" y="863943"/>
                  </a:lnTo>
                  <a:lnTo>
                    <a:pt x="954200" y="894621"/>
                  </a:lnTo>
                  <a:lnTo>
                    <a:pt x="944882" y="9056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h47"/>
            <p:cNvSpPr/>
            <p:nvPr/>
          </p:nvSpPr>
          <p:spPr>
            <a:xfrm>
              <a:off x="3499025" y="5874872"/>
              <a:ext cx="942220" cy="914400"/>
            </a:xfrm>
            <a:custGeom>
              <a:avLst/>
              <a:gdLst/>
              <a:ahLst/>
              <a:cxnLst/>
              <a:rect l="0" t="0" r="0" b="0"/>
              <a:pathLst>
                <a:path w="942220" h="914400">
                  <a:moveTo>
                    <a:pt x="914400" y="914400"/>
                  </a:moveTo>
                  <a:lnTo>
                    <a:pt x="914400" y="824155"/>
                  </a:lnTo>
                  <a:lnTo>
                    <a:pt x="940622" y="889269"/>
                  </a:lnTo>
                  <a:lnTo>
                    <a:pt x="942220" y="90747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h48"/>
            <p:cNvSpPr/>
            <p:nvPr/>
          </p:nvSpPr>
          <p:spPr>
            <a:xfrm>
              <a:off x="3767244" y="5124891"/>
              <a:ext cx="946834" cy="914400"/>
            </a:xfrm>
            <a:custGeom>
              <a:avLst/>
              <a:gdLst/>
              <a:ahLst/>
              <a:cxnLst/>
              <a:rect l="0" t="0" r="0" b="0"/>
              <a:pathLst>
                <a:path w="946834" h="914400">
                  <a:moveTo>
                    <a:pt x="914400" y="914400"/>
                  </a:moveTo>
                  <a:lnTo>
                    <a:pt x="885603" y="898585"/>
                  </a:lnTo>
                  <a:lnTo>
                    <a:pt x="882586" y="843876"/>
                  </a:lnTo>
                  <a:lnTo>
                    <a:pt x="893501" y="794740"/>
                  </a:lnTo>
                  <a:lnTo>
                    <a:pt x="880678" y="750808"/>
                  </a:lnTo>
                  <a:lnTo>
                    <a:pt x="894788" y="722565"/>
                  </a:lnTo>
                  <a:lnTo>
                    <a:pt x="935298" y="788341"/>
                  </a:lnTo>
                  <a:lnTo>
                    <a:pt x="946834" y="819267"/>
                  </a:lnTo>
                  <a:lnTo>
                    <a:pt x="931216" y="856222"/>
                  </a:lnTo>
                  <a:lnTo>
                    <a:pt x="922120" y="89920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h49"/>
            <p:cNvSpPr/>
            <p:nvPr/>
          </p:nvSpPr>
          <p:spPr>
            <a:xfrm>
              <a:off x="3958569" y="3886887"/>
              <a:ext cx="988498" cy="914400"/>
            </a:xfrm>
            <a:custGeom>
              <a:avLst/>
              <a:gdLst/>
              <a:ahLst/>
              <a:cxnLst/>
              <a:rect l="0" t="0" r="0" b="0"/>
              <a:pathLst>
                <a:path w="988498" h="914400">
                  <a:moveTo>
                    <a:pt x="914400" y="914400"/>
                  </a:moveTo>
                  <a:lnTo>
                    <a:pt x="851882" y="886363"/>
                  </a:lnTo>
                  <a:lnTo>
                    <a:pt x="879480" y="847179"/>
                  </a:lnTo>
                  <a:lnTo>
                    <a:pt x="948165" y="829135"/>
                  </a:lnTo>
                  <a:lnTo>
                    <a:pt x="988498" y="835081"/>
                  </a:lnTo>
                  <a:lnTo>
                    <a:pt x="944128" y="873976"/>
                  </a:lnTo>
                  <a:lnTo>
                    <a:pt x="932902" y="8945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h50"/>
            <p:cNvSpPr/>
            <p:nvPr/>
          </p:nvSpPr>
          <p:spPr>
            <a:xfrm>
              <a:off x="5793863" y="5767697"/>
              <a:ext cx="953623" cy="914399"/>
            </a:xfrm>
            <a:custGeom>
              <a:avLst/>
              <a:gdLst/>
              <a:ahLst/>
              <a:cxnLst/>
              <a:rect l="0" t="0" r="0" b="0"/>
              <a:pathLst>
                <a:path w="953623" h="914399">
                  <a:moveTo>
                    <a:pt x="914399" y="914399"/>
                  </a:moveTo>
                  <a:lnTo>
                    <a:pt x="839325" y="890699"/>
                  </a:lnTo>
                  <a:lnTo>
                    <a:pt x="747833" y="832108"/>
                  </a:lnTo>
                  <a:lnTo>
                    <a:pt x="761233" y="717280"/>
                  </a:lnTo>
                  <a:lnTo>
                    <a:pt x="784705" y="667649"/>
                  </a:lnTo>
                  <a:lnTo>
                    <a:pt x="951582" y="796351"/>
                  </a:lnTo>
                  <a:lnTo>
                    <a:pt x="953623" y="844867"/>
                  </a:lnTo>
                  <a:lnTo>
                    <a:pt x="931172" y="90007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5673205" y="5988883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8479649" y="2539109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5513963" y="5615439"/>
              <a:ext cx="117405" cy="117405"/>
            </a:xfrm>
            <a:prstGeom prst="ellipse">
              <a:avLst/>
            </a:prstGeom>
            <a:solidFill>
              <a:srgbClr val="F88E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7412803" y="4348482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7240732" y="5228540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5709995" y="6292722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4861620" y="3348834"/>
              <a:ext cx="117405" cy="117405"/>
            </a:xfrm>
            <a:prstGeom prst="ellipse">
              <a:avLst/>
            </a:prstGeom>
            <a:solidFill>
              <a:srgbClr val="7B237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5067287" y="4046276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g59"/>
            <p:cNvSpPr/>
            <p:nvPr/>
          </p:nvSpPr>
          <p:spPr>
            <a:xfrm>
              <a:off x="5335161" y="6106119"/>
              <a:ext cx="379476" cy="191749"/>
            </a:xfrm>
            <a:custGeom>
              <a:avLst/>
              <a:gdLst/>
              <a:ahLst/>
              <a:cxnLst/>
              <a:rect l="0" t="0" r="0" b="0"/>
              <a:pathLst>
                <a:path w="379476" h="191749">
                  <a:moveTo>
                    <a:pt x="27432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6" y="164317"/>
                  </a:lnTo>
                  <a:lnTo>
                    <a:pt x="379476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tx60"/>
            <p:cNvSpPr/>
            <p:nvPr/>
          </p:nvSpPr>
          <p:spPr>
            <a:xfrm>
              <a:off x="5380881" y="6151839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8475618" y="2345817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tx62"/>
            <p:cNvSpPr/>
            <p:nvPr/>
          </p:nvSpPr>
          <p:spPr>
            <a:xfrm>
              <a:off x="8521338" y="2391537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5249230" y="5732648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2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tx64"/>
            <p:cNvSpPr/>
            <p:nvPr/>
          </p:nvSpPr>
          <p:spPr>
            <a:xfrm>
              <a:off x="5294950" y="5778368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7150563" y="4466183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tx66"/>
            <p:cNvSpPr/>
            <p:nvPr/>
          </p:nvSpPr>
          <p:spPr>
            <a:xfrm>
              <a:off x="7196283" y="4511903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7240763" y="5035788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2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tx68"/>
            <p:cNvSpPr/>
            <p:nvPr/>
          </p:nvSpPr>
          <p:spPr>
            <a:xfrm>
              <a:off x="7286483" y="5081508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5456022" y="6410052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2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1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x70"/>
            <p:cNvSpPr/>
            <p:nvPr/>
          </p:nvSpPr>
          <p:spPr>
            <a:xfrm>
              <a:off x="5501742" y="6455772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4868305" y="3155824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2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tx72"/>
            <p:cNvSpPr/>
            <p:nvPr/>
          </p:nvSpPr>
          <p:spPr>
            <a:xfrm>
              <a:off x="4914025" y="3201544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5085965" y="3854734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2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1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x74"/>
            <p:cNvSpPr/>
            <p:nvPr/>
          </p:nvSpPr>
          <p:spPr>
            <a:xfrm>
              <a:off x="5131685" y="3900454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4186248" y="1316559"/>
              <a:ext cx="4997884" cy="6511300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tx76"/>
            <p:cNvSpPr/>
            <p:nvPr/>
          </p:nvSpPr>
          <p:spPr>
            <a:xfrm>
              <a:off x="3873895" y="749120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998254" y="747272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042968" y="749120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873895" y="6645577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998254" y="6627106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42968" y="6645577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873895" y="580013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998254" y="578166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042968" y="580013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873895" y="495433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998254" y="493585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042968" y="495433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873895" y="410889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998254" y="409041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042968" y="410889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873895" y="326326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998254" y="324479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042968" y="326326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3873895" y="241764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3998254" y="239917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042968" y="241764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873895" y="157201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3998254" y="155354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042968" y="157201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4151454" y="753189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4151454" y="668626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4151454" y="584064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4151454" y="499502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4151454" y="414939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4151454" y="330377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4151454" y="245815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4151454" y="161252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4413425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5322131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6230837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7139544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8048250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8956956" y="782785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tx114"/>
            <p:cNvSpPr/>
            <p:nvPr/>
          </p:nvSpPr>
          <p:spPr>
            <a:xfrm>
              <a:off x="4291627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4415985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4460699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200333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324691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5369406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109039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6233398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6278112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7017745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142104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186818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7926452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8050810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8095524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8835158" y="7890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959516" y="7872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9004231" y="789085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378226" y="8030531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3510968" y="4522191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9323311" y="3779008"/>
              <a:ext cx="683066" cy="15864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5" name="tx135"/>
            <p:cNvSpPr/>
            <p:nvPr/>
          </p:nvSpPr>
          <p:spPr>
            <a:xfrm>
              <a:off x="9392900" y="3863319"/>
              <a:ext cx="48920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9392900" y="4014195"/>
              <a:ext cx="37033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</a:t>
              </a:r>
            </a:p>
          </p:txBody>
        </p:sp>
        <p:pic>
          <p:nvPicPr>
            <p:cNvPr id="137" name="pic1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92900" y="4198541"/>
              <a:ext cx="219455" cy="1097280"/>
            </a:xfrm>
            <a:prstGeom prst="rect">
              <a:avLst/>
            </a:prstGeom>
          </p:spPr>
        </p:pic>
        <p:sp>
          <p:nvSpPr>
            <p:cNvPr id="138" name="pl138"/>
            <p:cNvSpPr/>
            <p:nvPr/>
          </p:nvSpPr>
          <p:spPr>
            <a:xfrm>
              <a:off x="9568465" y="529399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9568465" y="50205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9568465" y="4747181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9568465" y="447377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9568465" y="420037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9392900" y="5293992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9392900" y="50205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9392900" y="4747181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9392900" y="447377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9392900" y="420037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tx148"/>
            <p:cNvSpPr/>
            <p:nvPr/>
          </p:nvSpPr>
          <p:spPr>
            <a:xfrm>
              <a:off x="9681945" y="5253987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9681945" y="4980582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9681945" y="4707176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9681945" y="4433771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9681945" y="416036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4186248" y="740027"/>
              <a:ext cx="2168133" cy="1636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Survival Offset in 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4186248" y="986915"/>
              <a:ext cx="1753362" cy="1636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Treatment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245369" y="-228600"/>
            <a:ext cx="12132569" cy="7315200"/>
            <a:chOff x="669031" y="914400"/>
            <a:chExt cx="12132569" cy="7315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118872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2505341"/>
              <a:ext cx="3962400" cy="41333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467529" y="2909513"/>
              <a:ext cx="2549852" cy="3321976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583431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2047041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2510650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2974260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3437869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3901479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467529" y="6080491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467529" y="5649065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467529" y="5217639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467529" y="4786214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467529" y="4354788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467529" y="3923363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467529" y="3491937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467529" y="3060512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h20"/>
            <p:cNvSpPr/>
            <p:nvPr/>
          </p:nvSpPr>
          <p:spPr>
            <a:xfrm>
              <a:off x="2753825" y="3521449"/>
              <a:ext cx="933573" cy="1299059"/>
            </a:xfrm>
            <a:custGeom>
              <a:avLst/>
              <a:gdLst/>
              <a:ahLst/>
              <a:cxnLst/>
              <a:rect l="0" t="0" r="0" b="0"/>
              <a:pathLst>
                <a:path w="933573" h="1299059">
                  <a:moveTo>
                    <a:pt x="914400" y="914400"/>
                  </a:moveTo>
                  <a:lnTo>
                    <a:pt x="903126" y="944818"/>
                  </a:lnTo>
                  <a:lnTo>
                    <a:pt x="887597" y="949958"/>
                  </a:lnTo>
                  <a:lnTo>
                    <a:pt x="872702" y="960091"/>
                  </a:lnTo>
                  <a:lnTo>
                    <a:pt x="867382" y="1056340"/>
                  </a:lnTo>
                  <a:lnTo>
                    <a:pt x="894501" y="1092910"/>
                  </a:lnTo>
                  <a:lnTo>
                    <a:pt x="879606" y="1098029"/>
                  </a:lnTo>
                  <a:lnTo>
                    <a:pt x="865979" y="1108983"/>
                  </a:lnTo>
                  <a:lnTo>
                    <a:pt x="856245" y="1125183"/>
                  </a:lnTo>
                  <a:lnTo>
                    <a:pt x="846284" y="1160047"/>
                  </a:lnTo>
                  <a:lnTo>
                    <a:pt x="808865" y="1179806"/>
                  </a:lnTo>
                  <a:lnTo>
                    <a:pt x="794694" y="1194426"/>
                  </a:lnTo>
                  <a:lnTo>
                    <a:pt x="773800" y="1226951"/>
                  </a:lnTo>
                  <a:lnTo>
                    <a:pt x="762911" y="1274160"/>
                  </a:lnTo>
                  <a:lnTo>
                    <a:pt x="741746" y="1294298"/>
                  </a:lnTo>
                  <a:lnTo>
                    <a:pt x="717977" y="1299059"/>
                  </a:lnTo>
                  <a:lnTo>
                    <a:pt x="731921" y="1260383"/>
                  </a:lnTo>
                  <a:lnTo>
                    <a:pt x="750189" y="1228868"/>
                  </a:lnTo>
                  <a:lnTo>
                    <a:pt x="732623" y="1207255"/>
                  </a:lnTo>
                  <a:lnTo>
                    <a:pt x="722051" y="1173423"/>
                  </a:lnTo>
                  <a:lnTo>
                    <a:pt x="708401" y="1147470"/>
                  </a:lnTo>
                  <a:lnTo>
                    <a:pt x="719267" y="1118484"/>
                  </a:lnTo>
                  <a:lnTo>
                    <a:pt x="713925" y="1070981"/>
                  </a:lnTo>
                  <a:lnTo>
                    <a:pt x="715690" y="1024615"/>
                  </a:lnTo>
                  <a:lnTo>
                    <a:pt x="731536" y="1001211"/>
                  </a:lnTo>
                  <a:lnTo>
                    <a:pt x="749691" y="982126"/>
                  </a:lnTo>
                  <a:lnTo>
                    <a:pt x="777965" y="938246"/>
                  </a:lnTo>
                  <a:lnTo>
                    <a:pt x="808616" y="906437"/>
                  </a:lnTo>
                  <a:lnTo>
                    <a:pt x="851378" y="892133"/>
                  </a:lnTo>
                  <a:lnTo>
                    <a:pt x="870687" y="905320"/>
                  </a:lnTo>
                  <a:lnTo>
                    <a:pt x="879018" y="876397"/>
                  </a:lnTo>
                  <a:lnTo>
                    <a:pt x="892804" y="869803"/>
                  </a:lnTo>
                  <a:lnTo>
                    <a:pt x="905752" y="876481"/>
                  </a:lnTo>
                  <a:lnTo>
                    <a:pt x="933573" y="90411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h21"/>
            <p:cNvSpPr/>
            <p:nvPr/>
          </p:nvSpPr>
          <p:spPr>
            <a:xfrm>
              <a:off x="2170465" y="4199617"/>
              <a:ext cx="1062877" cy="914400"/>
            </a:xfrm>
            <a:custGeom>
              <a:avLst/>
              <a:gdLst/>
              <a:ahLst/>
              <a:cxnLst/>
              <a:rect l="0" t="0" r="0" b="0"/>
              <a:pathLst>
                <a:path w="1062877" h="914400">
                  <a:moveTo>
                    <a:pt x="914400" y="914400"/>
                  </a:moveTo>
                  <a:lnTo>
                    <a:pt x="903851" y="912862"/>
                  </a:lnTo>
                  <a:lnTo>
                    <a:pt x="896810" y="883896"/>
                  </a:lnTo>
                  <a:lnTo>
                    <a:pt x="895158" y="809366"/>
                  </a:lnTo>
                  <a:lnTo>
                    <a:pt x="899368" y="772543"/>
                  </a:lnTo>
                  <a:lnTo>
                    <a:pt x="949917" y="639724"/>
                  </a:lnTo>
                  <a:lnTo>
                    <a:pt x="972487" y="628875"/>
                  </a:lnTo>
                  <a:lnTo>
                    <a:pt x="1004224" y="547477"/>
                  </a:lnTo>
                  <a:lnTo>
                    <a:pt x="1012781" y="511265"/>
                  </a:lnTo>
                  <a:lnTo>
                    <a:pt x="1026544" y="478655"/>
                  </a:lnTo>
                  <a:lnTo>
                    <a:pt x="1034671" y="449501"/>
                  </a:lnTo>
                  <a:lnTo>
                    <a:pt x="1041485" y="437725"/>
                  </a:lnTo>
                  <a:lnTo>
                    <a:pt x="1056289" y="443244"/>
                  </a:lnTo>
                  <a:lnTo>
                    <a:pt x="1062877" y="448616"/>
                  </a:lnTo>
                  <a:lnTo>
                    <a:pt x="1047280" y="465595"/>
                  </a:lnTo>
                  <a:lnTo>
                    <a:pt x="1049091" y="487693"/>
                  </a:lnTo>
                  <a:lnTo>
                    <a:pt x="1048004" y="496856"/>
                  </a:lnTo>
                  <a:lnTo>
                    <a:pt x="1008638" y="592979"/>
                  </a:lnTo>
                  <a:lnTo>
                    <a:pt x="998112" y="655397"/>
                  </a:lnTo>
                  <a:lnTo>
                    <a:pt x="984145" y="670627"/>
                  </a:lnTo>
                  <a:lnTo>
                    <a:pt x="926307" y="8926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h22"/>
            <p:cNvSpPr/>
            <p:nvPr/>
          </p:nvSpPr>
          <p:spPr>
            <a:xfrm>
              <a:off x="1009947" y="3047997"/>
              <a:ext cx="2657508" cy="2451627"/>
            </a:xfrm>
            <a:custGeom>
              <a:avLst/>
              <a:gdLst/>
              <a:ahLst/>
              <a:cxnLst/>
              <a:rect l="0" t="0" r="0" b="0"/>
              <a:pathLst>
                <a:path w="2657508" h="2451627">
                  <a:moveTo>
                    <a:pt x="914400" y="914400"/>
                  </a:moveTo>
                  <a:lnTo>
                    <a:pt x="931287" y="921520"/>
                  </a:lnTo>
                  <a:lnTo>
                    <a:pt x="954286" y="907258"/>
                  </a:lnTo>
                  <a:lnTo>
                    <a:pt x="970381" y="867318"/>
                  </a:lnTo>
                  <a:lnTo>
                    <a:pt x="979572" y="807386"/>
                  </a:lnTo>
                  <a:lnTo>
                    <a:pt x="990302" y="750298"/>
                  </a:lnTo>
                  <a:lnTo>
                    <a:pt x="977603" y="689228"/>
                  </a:lnTo>
                  <a:lnTo>
                    <a:pt x="964043" y="635595"/>
                  </a:lnTo>
                  <a:lnTo>
                    <a:pt x="963092" y="619838"/>
                  </a:lnTo>
                  <a:lnTo>
                    <a:pt x="998678" y="574589"/>
                  </a:lnTo>
                  <a:lnTo>
                    <a:pt x="1009566" y="537787"/>
                  </a:lnTo>
                  <a:lnTo>
                    <a:pt x="1021360" y="502755"/>
                  </a:lnTo>
                  <a:lnTo>
                    <a:pt x="1034377" y="490831"/>
                  </a:lnTo>
                  <a:lnTo>
                    <a:pt x="1053754" y="488114"/>
                  </a:lnTo>
                  <a:lnTo>
                    <a:pt x="1076323" y="481520"/>
                  </a:lnTo>
                  <a:lnTo>
                    <a:pt x="1104778" y="458074"/>
                  </a:lnTo>
                  <a:lnTo>
                    <a:pt x="1130290" y="426665"/>
                  </a:lnTo>
                  <a:lnTo>
                    <a:pt x="1149781" y="397868"/>
                  </a:lnTo>
                  <a:lnTo>
                    <a:pt x="1156391" y="340886"/>
                  </a:lnTo>
                  <a:lnTo>
                    <a:pt x="1156663" y="312257"/>
                  </a:lnTo>
                  <a:lnTo>
                    <a:pt x="1165242" y="291002"/>
                  </a:lnTo>
                  <a:lnTo>
                    <a:pt x="1173550" y="249482"/>
                  </a:lnTo>
                  <a:lnTo>
                    <a:pt x="1165469" y="208530"/>
                  </a:lnTo>
                  <a:lnTo>
                    <a:pt x="1140319" y="146407"/>
                  </a:lnTo>
                  <a:lnTo>
                    <a:pt x="1110030" y="59048"/>
                  </a:lnTo>
                  <a:lnTo>
                    <a:pt x="1105392" y="12514"/>
                  </a:lnTo>
                  <a:lnTo>
                    <a:pt x="2244912" y="12514"/>
                  </a:lnTo>
                  <a:lnTo>
                    <a:pt x="2245466" y="18623"/>
                  </a:lnTo>
                  <a:lnTo>
                    <a:pt x="2243157" y="33284"/>
                  </a:lnTo>
                  <a:lnTo>
                    <a:pt x="2260769" y="93553"/>
                  </a:lnTo>
                  <a:lnTo>
                    <a:pt x="2256671" y="114682"/>
                  </a:lnTo>
                  <a:lnTo>
                    <a:pt x="2254295" y="141604"/>
                  </a:lnTo>
                  <a:lnTo>
                    <a:pt x="2279535" y="167473"/>
                  </a:lnTo>
                  <a:lnTo>
                    <a:pt x="2302059" y="167052"/>
                  </a:lnTo>
                  <a:lnTo>
                    <a:pt x="2324877" y="166651"/>
                  </a:lnTo>
                  <a:lnTo>
                    <a:pt x="2333593" y="173140"/>
                  </a:lnTo>
                  <a:lnTo>
                    <a:pt x="2342331" y="191446"/>
                  </a:lnTo>
                  <a:lnTo>
                    <a:pt x="2349371" y="213059"/>
                  </a:lnTo>
                  <a:lnTo>
                    <a:pt x="2368160" y="211269"/>
                  </a:lnTo>
                  <a:lnTo>
                    <a:pt x="2398154" y="193679"/>
                  </a:lnTo>
                  <a:lnTo>
                    <a:pt x="2417667" y="189487"/>
                  </a:lnTo>
                  <a:lnTo>
                    <a:pt x="2430548" y="223297"/>
                  </a:lnTo>
                  <a:lnTo>
                    <a:pt x="2465590" y="267956"/>
                  </a:lnTo>
                  <a:lnTo>
                    <a:pt x="2485986" y="287969"/>
                  </a:lnTo>
                  <a:lnTo>
                    <a:pt x="2520644" y="298502"/>
                  </a:lnTo>
                  <a:lnTo>
                    <a:pt x="2557157" y="334545"/>
                  </a:lnTo>
                  <a:lnTo>
                    <a:pt x="2552041" y="377982"/>
                  </a:lnTo>
                  <a:lnTo>
                    <a:pt x="2567276" y="392497"/>
                  </a:lnTo>
                  <a:lnTo>
                    <a:pt x="2610355" y="409644"/>
                  </a:lnTo>
                  <a:lnTo>
                    <a:pt x="2625590" y="432774"/>
                  </a:lnTo>
                  <a:lnTo>
                    <a:pt x="2632902" y="452492"/>
                  </a:lnTo>
                  <a:lnTo>
                    <a:pt x="2644243" y="468839"/>
                  </a:lnTo>
                  <a:lnTo>
                    <a:pt x="2657508" y="518238"/>
                  </a:lnTo>
                  <a:lnTo>
                    <a:pt x="2652890" y="548678"/>
                  </a:lnTo>
                  <a:lnTo>
                    <a:pt x="2635527" y="559148"/>
                  </a:lnTo>
                  <a:lnTo>
                    <a:pt x="2594531" y="591757"/>
                  </a:lnTo>
                  <a:lnTo>
                    <a:pt x="2576263" y="616109"/>
                  </a:lnTo>
                  <a:lnTo>
                    <a:pt x="2561934" y="631276"/>
                  </a:lnTo>
                  <a:lnTo>
                    <a:pt x="2521210" y="663802"/>
                  </a:lnTo>
                  <a:lnTo>
                    <a:pt x="2506292" y="669637"/>
                  </a:lnTo>
                  <a:lnTo>
                    <a:pt x="2492008" y="686553"/>
                  </a:lnTo>
                  <a:lnTo>
                    <a:pt x="2478199" y="693947"/>
                  </a:lnTo>
                  <a:lnTo>
                    <a:pt x="2465839" y="689692"/>
                  </a:lnTo>
                  <a:lnTo>
                    <a:pt x="2419637" y="720321"/>
                  </a:lnTo>
                  <a:lnTo>
                    <a:pt x="2423236" y="733403"/>
                  </a:lnTo>
                  <a:lnTo>
                    <a:pt x="2458663" y="738943"/>
                  </a:lnTo>
                  <a:lnTo>
                    <a:pt x="2476728" y="732371"/>
                  </a:lnTo>
                  <a:lnTo>
                    <a:pt x="2490627" y="716972"/>
                  </a:lnTo>
                  <a:lnTo>
                    <a:pt x="2505816" y="713433"/>
                  </a:lnTo>
                  <a:lnTo>
                    <a:pt x="2519670" y="716340"/>
                  </a:lnTo>
                  <a:lnTo>
                    <a:pt x="2534362" y="704206"/>
                  </a:lnTo>
                  <a:lnTo>
                    <a:pt x="2545884" y="699361"/>
                  </a:lnTo>
                  <a:lnTo>
                    <a:pt x="2557791" y="705175"/>
                  </a:lnTo>
                  <a:lnTo>
                    <a:pt x="2571079" y="734267"/>
                  </a:lnTo>
                  <a:lnTo>
                    <a:pt x="2543507" y="749413"/>
                  </a:lnTo>
                  <a:lnTo>
                    <a:pt x="2523949" y="750108"/>
                  </a:lnTo>
                  <a:lnTo>
                    <a:pt x="2514396" y="797822"/>
                  </a:lnTo>
                  <a:lnTo>
                    <a:pt x="2502557" y="818319"/>
                  </a:lnTo>
                  <a:lnTo>
                    <a:pt x="2494068" y="828178"/>
                  </a:lnTo>
                  <a:lnTo>
                    <a:pt x="2450672" y="848485"/>
                  </a:lnTo>
                  <a:lnTo>
                    <a:pt x="2422036" y="874227"/>
                  </a:lnTo>
                  <a:lnTo>
                    <a:pt x="2388284" y="894956"/>
                  </a:lnTo>
                  <a:lnTo>
                    <a:pt x="2373547" y="890448"/>
                  </a:lnTo>
                  <a:lnTo>
                    <a:pt x="2351340" y="911513"/>
                  </a:lnTo>
                  <a:lnTo>
                    <a:pt x="2301991" y="936455"/>
                  </a:lnTo>
                  <a:lnTo>
                    <a:pt x="2276705" y="970055"/>
                  </a:lnTo>
                  <a:lnTo>
                    <a:pt x="2219954" y="1000116"/>
                  </a:lnTo>
                  <a:lnTo>
                    <a:pt x="2191046" y="1024573"/>
                  </a:lnTo>
                  <a:lnTo>
                    <a:pt x="2112518" y="1025858"/>
                  </a:lnTo>
                  <a:lnTo>
                    <a:pt x="2037521" y="1020486"/>
                  </a:lnTo>
                  <a:lnTo>
                    <a:pt x="2013978" y="1032115"/>
                  </a:lnTo>
                  <a:lnTo>
                    <a:pt x="2038042" y="1035717"/>
                  </a:lnTo>
                  <a:lnTo>
                    <a:pt x="2054906" y="1047134"/>
                  </a:lnTo>
                  <a:lnTo>
                    <a:pt x="2075121" y="1042374"/>
                  </a:lnTo>
                  <a:lnTo>
                    <a:pt x="2122637" y="1048082"/>
                  </a:lnTo>
                  <a:lnTo>
                    <a:pt x="2147085" y="1054297"/>
                  </a:lnTo>
                  <a:lnTo>
                    <a:pt x="2178460" y="1094280"/>
                  </a:lnTo>
                  <a:lnTo>
                    <a:pt x="2155393" y="1108499"/>
                  </a:lnTo>
                  <a:lnTo>
                    <a:pt x="2115438" y="1119411"/>
                  </a:lnTo>
                  <a:lnTo>
                    <a:pt x="2130424" y="1176120"/>
                  </a:lnTo>
                  <a:lnTo>
                    <a:pt x="2142784" y="1214354"/>
                  </a:lnTo>
                  <a:lnTo>
                    <a:pt x="2126598" y="1237421"/>
                  </a:lnTo>
                  <a:lnTo>
                    <a:pt x="2125398" y="1342370"/>
                  </a:lnTo>
                  <a:lnTo>
                    <a:pt x="2102693" y="1344372"/>
                  </a:lnTo>
                  <a:lnTo>
                    <a:pt x="2093050" y="1387788"/>
                  </a:lnTo>
                  <a:lnTo>
                    <a:pt x="2100203" y="1409928"/>
                  </a:lnTo>
                  <a:lnTo>
                    <a:pt x="2099637" y="1461349"/>
                  </a:lnTo>
                  <a:lnTo>
                    <a:pt x="2104368" y="1493032"/>
                  </a:lnTo>
                  <a:lnTo>
                    <a:pt x="2115506" y="1522208"/>
                  </a:lnTo>
                  <a:lnTo>
                    <a:pt x="2110548" y="1552627"/>
                  </a:lnTo>
                  <a:lnTo>
                    <a:pt x="2074646" y="1623829"/>
                  </a:lnTo>
                  <a:lnTo>
                    <a:pt x="2075461" y="1657239"/>
                  </a:lnTo>
                  <a:lnTo>
                    <a:pt x="2081912" y="1677083"/>
                  </a:lnTo>
                  <a:lnTo>
                    <a:pt x="2086689" y="1708808"/>
                  </a:lnTo>
                  <a:lnTo>
                    <a:pt x="2070367" y="1769793"/>
                  </a:lnTo>
                  <a:lnTo>
                    <a:pt x="2058845" y="1820751"/>
                  </a:lnTo>
                  <a:lnTo>
                    <a:pt x="2045150" y="1863641"/>
                  </a:lnTo>
                  <a:lnTo>
                    <a:pt x="2014499" y="1915105"/>
                  </a:lnTo>
                  <a:lnTo>
                    <a:pt x="1999241" y="1953571"/>
                  </a:lnTo>
                  <a:lnTo>
                    <a:pt x="1963543" y="2073603"/>
                  </a:lnTo>
                  <a:lnTo>
                    <a:pt x="1945840" y="2097428"/>
                  </a:lnTo>
                  <a:lnTo>
                    <a:pt x="1924131" y="2115734"/>
                  </a:lnTo>
                  <a:lnTo>
                    <a:pt x="1899932" y="2098798"/>
                  </a:lnTo>
                  <a:lnTo>
                    <a:pt x="1877748" y="2089571"/>
                  </a:lnTo>
                  <a:lnTo>
                    <a:pt x="1850651" y="2090687"/>
                  </a:lnTo>
                  <a:lnTo>
                    <a:pt x="1808206" y="2104570"/>
                  </a:lnTo>
                  <a:lnTo>
                    <a:pt x="1744369" y="2095343"/>
                  </a:lnTo>
                  <a:lnTo>
                    <a:pt x="1681981" y="2099788"/>
                  </a:lnTo>
                  <a:lnTo>
                    <a:pt x="1666203" y="2111774"/>
                  </a:lnTo>
                  <a:lnTo>
                    <a:pt x="1675665" y="2155338"/>
                  </a:lnTo>
                  <a:lnTo>
                    <a:pt x="1652666" y="2161047"/>
                  </a:lnTo>
                  <a:lnTo>
                    <a:pt x="1630187" y="2148660"/>
                  </a:lnTo>
                  <a:lnTo>
                    <a:pt x="1610402" y="2163448"/>
                  </a:lnTo>
                  <a:lnTo>
                    <a:pt x="1593877" y="2179669"/>
                  </a:lnTo>
                  <a:lnTo>
                    <a:pt x="1561416" y="2218156"/>
                  </a:lnTo>
                  <a:lnTo>
                    <a:pt x="1550550" y="2241855"/>
                  </a:lnTo>
                  <a:lnTo>
                    <a:pt x="1547743" y="2286493"/>
                  </a:lnTo>
                  <a:lnTo>
                    <a:pt x="1564789" y="2326518"/>
                  </a:lnTo>
                  <a:lnTo>
                    <a:pt x="1579910" y="2373389"/>
                  </a:lnTo>
                  <a:lnTo>
                    <a:pt x="1540974" y="2429950"/>
                  </a:lnTo>
                  <a:lnTo>
                    <a:pt x="1519242" y="2431867"/>
                  </a:lnTo>
                  <a:lnTo>
                    <a:pt x="1455813" y="2416173"/>
                  </a:lnTo>
                  <a:lnTo>
                    <a:pt x="1343397" y="2451627"/>
                  </a:lnTo>
                  <a:lnTo>
                    <a:pt x="1242435" y="2423589"/>
                  </a:lnTo>
                  <a:lnTo>
                    <a:pt x="1255134" y="2393296"/>
                  </a:lnTo>
                  <a:lnTo>
                    <a:pt x="1254704" y="2371030"/>
                  </a:lnTo>
                  <a:lnTo>
                    <a:pt x="1260409" y="2336777"/>
                  </a:lnTo>
                  <a:lnTo>
                    <a:pt x="1263804" y="2301744"/>
                  </a:lnTo>
                  <a:lnTo>
                    <a:pt x="1262854" y="2278298"/>
                  </a:lnTo>
                  <a:lnTo>
                    <a:pt x="1255451" y="2253314"/>
                  </a:lnTo>
                  <a:lnTo>
                    <a:pt x="1230550" y="2220620"/>
                  </a:lnTo>
                  <a:lnTo>
                    <a:pt x="1174455" y="2110278"/>
                  </a:lnTo>
                  <a:lnTo>
                    <a:pt x="1157862" y="2063702"/>
                  </a:lnTo>
                  <a:lnTo>
                    <a:pt x="1146317" y="2044301"/>
                  </a:lnTo>
                  <a:lnTo>
                    <a:pt x="1154625" y="2043247"/>
                  </a:lnTo>
                  <a:lnTo>
                    <a:pt x="1200828" y="2068252"/>
                  </a:lnTo>
                  <a:lnTo>
                    <a:pt x="1211603" y="2065177"/>
                  </a:lnTo>
                  <a:lnTo>
                    <a:pt x="1222922" y="2055781"/>
                  </a:lnTo>
                  <a:lnTo>
                    <a:pt x="1209136" y="2019991"/>
                  </a:lnTo>
                  <a:lnTo>
                    <a:pt x="1197296" y="2003791"/>
                  </a:lnTo>
                  <a:lnTo>
                    <a:pt x="1189260" y="1979566"/>
                  </a:lnTo>
                  <a:lnTo>
                    <a:pt x="1216312" y="1973014"/>
                  </a:lnTo>
                  <a:lnTo>
                    <a:pt x="1235848" y="1974468"/>
                  </a:lnTo>
                  <a:lnTo>
                    <a:pt x="1250245" y="1947209"/>
                  </a:lnTo>
                  <a:lnTo>
                    <a:pt x="1241937" y="1903139"/>
                  </a:lnTo>
                  <a:lnTo>
                    <a:pt x="1220952" y="1889573"/>
                  </a:lnTo>
                  <a:lnTo>
                    <a:pt x="1203431" y="1883675"/>
                  </a:lnTo>
                  <a:lnTo>
                    <a:pt x="1169838" y="1814453"/>
                  </a:lnTo>
                  <a:lnTo>
                    <a:pt x="1134795" y="1778599"/>
                  </a:lnTo>
                  <a:lnTo>
                    <a:pt x="1072294" y="1640303"/>
                  </a:lnTo>
                  <a:lnTo>
                    <a:pt x="1049430" y="1545380"/>
                  </a:lnTo>
                  <a:lnTo>
                    <a:pt x="1028174" y="1554397"/>
                  </a:lnTo>
                  <a:lnTo>
                    <a:pt x="1017851" y="1513045"/>
                  </a:lnTo>
                  <a:lnTo>
                    <a:pt x="1010449" y="1473883"/>
                  </a:lnTo>
                  <a:lnTo>
                    <a:pt x="1008978" y="1445087"/>
                  </a:lnTo>
                  <a:lnTo>
                    <a:pt x="975656" y="1428592"/>
                  </a:lnTo>
                  <a:lnTo>
                    <a:pt x="974297" y="1408411"/>
                  </a:lnTo>
                  <a:lnTo>
                    <a:pt x="968299" y="1318355"/>
                  </a:lnTo>
                  <a:lnTo>
                    <a:pt x="932555" y="1306264"/>
                  </a:lnTo>
                  <a:lnTo>
                    <a:pt x="909442" y="1255727"/>
                  </a:lnTo>
                  <a:lnTo>
                    <a:pt x="905322" y="1160110"/>
                  </a:lnTo>
                  <a:lnTo>
                    <a:pt x="881779" y="1142710"/>
                  </a:lnTo>
                  <a:lnTo>
                    <a:pt x="862832" y="1147534"/>
                  </a:lnTo>
                  <a:lnTo>
                    <a:pt x="863715" y="1123835"/>
                  </a:lnTo>
                  <a:lnTo>
                    <a:pt x="868242" y="1101589"/>
                  </a:lnTo>
                  <a:lnTo>
                    <a:pt x="857173" y="1013450"/>
                  </a:lnTo>
                  <a:lnTo>
                    <a:pt x="853483" y="933001"/>
                  </a:lnTo>
                  <a:lnTo>
                    <a:pt x="844496" y="908712"/>
                  </a:lnTo>
                  <a:lnTo>
                    <a:pt x="839403" y="880273"/>
                  </a:lnTo>
                  <a:lnTo>
                    <a:pt x="843975" y="855710"/>
                  </a:lnTo>
                  <a:lnTo>
                    <a:pt x="850676" y="841596"/>
                  </a:lnTo>
                  <a:lnTo>
                    <a:pt x="873743" y="837889"/>
                  </a:lnTo>
                  <a:lnTo>
                    <a:pt x="895294" y="85960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h23"/>
            <p:cNvSpPr/>
            <p:nvPr/>
          </p:nvSpPr>
          <p:spPr>
            <a:xfrm>
              <a:off x="2787351" y="3500678"/>
              <a:ext cx="959153" cy="914400"/>
            </a:xfrm>
            <a:custGeom>
              <a:avLst/>
              <a:gdLst/>
              <a:ahLst/>
              <a:cxnLst/>
              <a:rect l="0" t="0" r="0" b="0"/>
              <a:pathLst>
                <a:path w="959153" h="914400">
                  <a:moveTo>
                    <a:pt x="914399" y="914400"/>
                  </a:moveTo>
                  <a:lnTo>
                    <a:pt x="902379" y="912356"/>
                  </a:lnTo>
                  <a:lnTo>
                    <a:pt x="891423" y="892491"/>
                  </a:lnTo>
                  <a:lnTo>
                    <a:pt x="913585" y="862157"/>
                  </a:lnTo>
                  <a:lnTo>
                    <a:pt x="947495" y="863800"/>
                  </a:lnTo>
                  <a:lnTo>
                    <a:pt x="959153" y="870119"/>
                  </a:lnTo>
                  <a:lnTo>
                    <a:pt x="918565" y="8874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h24"/>
            <p:cNvSpPr/>
            <p:nvPr/>
          </p:nvSpPr>
          <p:spPr>
            <a:xfrm>
              <a:off x="2609672" y="3000515"/>
              <a:ext cx="940749" cy="914400"/>
            </a:xfrm>
            <a:custGeom>
              <a:avLst/>
              <a:gdLst/>
              <a:ahLst/>
              <a:cxnLst/>
              <a:rect l="0" t="0" r="0" b="0"/>
              <a:pathLst>
                <a:path w="940749" h="914400">
                  <a:moveTo>
                    <a:pt x="914400" y="914400"/>
                  </a:moveTo>
                  <a:lnTo>
                    <a:pt x="909306" y="913093"/>
                  </a:lnTo>
                  <a:lnTo>
                    <a:pt x="915645" y="893060"/>
                  </a:lnTo>
                  <a:lnTo>
                    <a:pt x="920353" y="884402"/>
                  </a:lnTo>
                  <a:lnTo>
                    <a:pt x="935973" y="876313"/>
                  </a:lnTo>
                  <a:lnTo>
                    <a:pt x="940749" y="877724"/>
                  </a:lnTo>
                  <a:lnTo>
                    <a:pt x="924677" y="9102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h25"/>
            <p:cNvSpPr/>
            <p:nvPr/>
          </p:nvSpPr>
          <p:spPr>
            <a:xfrm>
              <a:off x="2655671" y="2820319"/>
              <a:ext cx="944099" cy="914400"/>
            </a:xfrm>
            <a:custGeom>
              <a:avLst/>
              <a:gdLst/>
              <a:ahLst/>
              <a:cxnLst/>
              <a:rect l="0" t="0" r="0" b="0"/>
              <a:pathLst>
                <a:path w="944099" h="914400">
                  <a:moveTo>
                    <a:pt x="914400" y="914400"/>
                  </a:moveTo>
                  <a:lnTo>
                    <a:pt x="908559" y="896894"/>
                  </a:lnTo>
                  <a:lnTo>
                    <a:pt x="910891" y="893460"/>
                  </a:lnTo>
                  <a:lnTo>
                    <a:pt x="914875" y="876186"/>
                  </a:lnTo>
                  <a:lnTo>
                    <a:pt x="926126" y="866707"/>
                  </a:lnTo>
                  <a:lnTo>
                    <a:pt x="944099" y="872394"/>
                  </a:lnTo>
                  <a:lnTo>
                    <a:pt x="943986" y="876713"/>
                  </a:lnTo>
                  <a:lnTo>
                    <a:pt x="926805" y="890701"/>
                  </a:lnTo>
                  <a:lnTo>
                    <a:pt x="920217" y="90011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h26"/>
            <p:cNvSpPr/>
            <p:nvPr/>
          </p:nvSpPr>
          <p:spPr>
            <a:xfrm>
              <a:off x="2969535" y="4978859"/>
              <a:ext cx="931943" cy="915921"/>
            </a:xfrm>
            <a:custGeom>
              <a:avLst/>
              <a:gdLst/>
              <a:ahLst/>
              <a:cxnLst/>
              <a:rect l="0" t="0" r="0" b="0"/>
              <a:pathLst>
                <a:path w="931943" h="915921">
                  <a:moveTo>
                    <a:pt x="914399" y="914400"/>
                  </a:moveTo>
                  <a:lnTo>
                    <a:pt x="849476" y="908754"/>
                  </a:lnTo>
                  <a:lnTo>
                    <a:pt x="840240" y="903530"/>
                  </a:lnTo>
                  <a:lnTo>
                    <a:pt x="875962" y="866580"/>
                  </a:lnTo>
                  <a:lnTo>
                    <a:pt x="899233" y="828178"/>
                  </a:lnTo>
                  <a:lnTo>
                    <a:pt x="918995" y="778062"/>
                  </a:lnTo>
                  <a:lnTo>
                    <a:pt x="921100" y="743346"/>
                  </a:lnTo>
                  <a:lnTo>
                    <a:pt x="926035" y="704206"/>
                  </a:lnTo>
                  <a:lnTo>
                    <a:pt x="931943" y="701289"/>
                  </a:lnTo>
                  <a:lnTo>
                    <a:pt x="931943" y="91592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h27"/>
            <p:cNvSpPr/>
            <p:nvPr/>
          </p:nvSpPr>
          <p:spPr>
            <a:xfrm>
              <a:off x="1762158" y="5158191"/>
              <a:ext cx="2139320" cy="922299"/>
            </a:xfrm>
            <a:custGeom>
              <a:avLst/>
              <a:gdLst/>
              <a:ahLst/>
              <a:cxnLst/>
              <a:rect l="0" t="0" r="0" b="0"/>
              <a:pathLst>
                <a:path w="2139320" h="922299">
                  <a:moveTo>
                    <a:pt x="914400" y="914400"/>
                  </a:moveTo>
                  <a:lnTo>
                    <a:pt x="1047144" y="861946"/>
                  </a:lnTo>
                  <a:lnTo>
                    <a:pt x="1188921" y="812736"/>
                  </a:lnTo>
                  <a:lnTo>
                    <a:pt x="1222016" y="807386"/>
                  </a:lnTo>
                  <a:lnTo>
                    <a:pt x="1255293" y="797021"/>
                  </a:lnTo>
                  <a:lnTo>
                    <a:pt x="1267585" y="778610"/>
                  </a:lnTo>
                  <a:lnTo>
                    <a:pt x="1279854" y="766287"/>
                  </a:lnTo>
                  <a:lnTo>
                    <a:pt x="1299164" y="733824"/>
                  </a:lnTo>
                  <a:lnTo>
                    <a:pt x="1341857" y="683372"/>
                  </a:lnTo>
                  <a:lnTo>
                    <a:pt x="1417353" y="665003"/>
                  </a:lnTo>
                  <a:lnTo>
                    <a:pt x="1445536" y="641072"/>
                  </a:lnTo>
                  <a:lnTo>
                    <a:pt x="1504619" y="607556"/>
                  </a:lnTo>
                  <a:lnTo>
                    <a:pt x="1639310" y="569954"/>
                  </a:lnTo>
                  <a:lnTo>
                    <a:pt x="1695564" y="561696"/>
                  </a:lnTo>
                  <a:lnTo>
                    <a:pt x="1750685" y="560685"/>
                  </a:lnTo>
                  <a:lnTo>
                    <a:pt x="1799763" y="590346"/>
                  </a:lnTo>
                  <a:lnTo>
                    <a:pt x="1851715" y="626958"/>
                  </a:lnTo>
                  <a:lnTo>
                    <a:pt x="1861064" y="649056"/>
                  </a:lnTo>
                  <a:lnTo>
                    <a:pt x="1832949" y="635279"/>
                  </a:lnTo>
                  <a:lnTo>
                    <a:pt x="1791975" y="602395"/>
                  </a:lnTo>
                  <a:lnTo>
                    <a:pt x="1776831" y="601005"/>
                  </a:lnTo>
                  <a:lnTo>
                    <a:pt x="1811805" y="701025"/>
                  </a:lnTo>
                  <a:lnTo>
                    <a:pt x="1830934" y="736394"/>
                  </a:lnTo>
                  <a:lnTo>
                    <a:pt x="1869598" y="762853"/>
                  </a:lnTo>
                  <a:lnTo>
                    <a:pt x="1902015" y="771764"/>
                  </a:lnTo>
                  <a:lnTo>
                    <a:pt x="2001890" y="755733"/>
                  </a:lnTo>
                  <a:lnTo>
                    <a:pt x="2037362" y="734793"/>
                  </a:lnTo>
                  <a:lnTo>
                    <a:pt x="2047617" y="724197"/>
                  </a:lnTo>
                  <a:lnTo>
                    <a:pt x="2056853" y="729422"/>
                  </a:lnTo>
                  <a:lnTo>
                    <a:pt x="2121776" y="735067"/>
                  </a:lnTo>
                  <a:lnTo>
                    <a:pt x="2139320" y="736589"/>
                  </a:lnTo>
                  <a:lnTo>
                    <a:pt x="2139320" y="922299"/>
                  </a:lnTo>
                  <a:lnTo>
                    <a:pt x="899366" y="9222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h28"/>
            <p:cNvSpPr/>
            <p:nvPr/>
          </p:nvSpPr>
          <p:spPr>
            <a:xfrm>
              <a:off x="1205578" y="2192646"/>
              <a:ext cx="977919" cy="1776871"/>
            </a:xfrm>
            <a:custGeom>
              <a:avLst/>
              <a:gdLst/>
              <a:ahLst/>
              <a:cxnLst/>
              <a:rect l="0" t="0" r="0" b="0"/>
              <a:pathLst>
                <a:path w="977919" h="1776871">
                  <a:moveTo>
                    <a:pt x="914400" y="914400"/>
                  </a:moveTo>
                  <a:lnTo>
                    <a:pt x="944688" y="1001759"/>
                  </a:lnTo>
                  <a:lnTo>
                    <a:pt x="969838" y="1063882"/>
                  </a:lnTo>
                  <a:lnTo>
                    <a:pt x="977919" y="1104833"/>
                  </a:lnTo>
                  <a:lnTo>
                    <a:pt x="969612" y="1146354"/>
                  </a:lnTo>
                  <a:lnTo>
                    <a:pt x="961032" y="1167609"/>
                  </a:lnTo>
                  <a:lnTo>
                    <a:pt x="960760" y="1196238"/>
                  </a:lnTo>
                  <a:lnTo>
                    <a:pt x="954150" y="1253220"/>
                  </a:lnTo>
                  <a:lnTo>
                    <a:pt x="934660" y="1282017"/>
                  </a:lnTo>
                  <a:lnTo>
                    <a:pt x="909148" y="1313426"/>
                  </a:lnTo>
                  <a:lnTo>
                    <a:pt x="880693" y="1336872"/>
                  </a:lnTo>
                  <a:lnTo>
                    <a:pt x="858123" y="1343466"/>
                  </a:lnTo>
                  <a:lnTo>
                    <a:pt x="838746" y="1346183"/>
                  </a:lnTo>
                  <a:lnTo>
                    <a:pt x="825730" y="1358106"/>
                  </a:lnTo>
                  <a:lnTo>
                    <a:pt x="813936" y="1393139"/>
                  </a:lnTo>
                  <a:lnTo>
                    <a:pt x="803047" y="1429940"/>
                  </a:lnTo>
                  <a:lnTo>
                    <a:pt x="767462" y="1475190"/>
                  </a:lnTo>
                  <a:lnTo>
                    <a:pt x="768412" y="1490947"/>
                  </a:lnTo>
                  <a:lnTo>
                    <a:pt x="781972" y="1544580"/>
                  </a:lnTo>
                  <a:lnTo>
                    <a:pt x="794671" y="1605649"/>
                  </a:lnTo>
                  <a:lnTo>
                    <a:pt x="783941" y="1662737"/>
                  </a:lnTo>
                  <a:lnTo>
                    <a:pt x="774751" y="1722669"/>
                  </a:lnTo>
                  <a:lnTo>
                    <a:pt x="758656" y="1762610"/>
                  </a:lnTo>
                  <a:lnTo>
                    <a:pt x="735656" y="1776871"/>
                  </a:lnTo>
                  <a:lnTo>
                    <a:pt x="718769" y="1769751"/>
                  </a:lnTo>
                  <a:lnTo>
                    <a:pt x="699663" y="1714959"/>
                  </a:lnTo>
                  <a:lnTo>
                    <a:pt x="699233" y="1702362"/>
                  </a:lnTo>
                  <a:lnTo>
                    <a:pt x="694479" y="1685615"/>
                  </a:lnTo>
                  <a:lnTo>
                    <a:pt x="640286" y="1668931"/>
                  </a:lnTo>
                  <a:lnTo>
                    <a:pt x="630710" y="1669542"/>
                  </a:lnTo>
                  <a:lnTo>
                    <a:pt x="609409" y="1659767"/>
                  </a:lnTo>
                  <a:lnTo>
                    <a:pt x="596913" y="1657008"/>
                  </a:lnTo>
                  <a:lnTo>
                    <a:pt x="571288" y="1651362"/>
                  </a:lnTo>
                  <a:lnTo>
                    <a:pt x="549986" y="1603016"/>
                  </a:lnTo>
                  <a:lnTo>
                    <a:pt x="527349" y="1562802"/>
                  </a:lnTo>
                  <a:lnTo>
                    <a:pt x="524134" y="1545991"/>
                  </a:lnTo>
                  <a:lnTo>
                    <a:pt x="524904" y="1470787"/>
                  </a:lnTo>
                  <a:lnTo>
                    <a:pt x="517977" y="1437334"/>
                  </a:lnTo>
                  <a:lnTo>
                    <a:pt x="515849" y="1400870"/>
                  </a:lnTo>
                  <a:lnTo>
                    <a:pt x="501610" y="1430530"/>
                  </a:lnTo>
                  <a:lnTo>
                    <a:pt x="509873" y="1477423"/>
                  </a:lnTo>
                  <a:lnTo>
                    <a:pt x="492307" y="1497098"/>
                  </a:lnTo>
                  <a:lnTo>
                    <a:pt x="470145" y="1506662"/>
                  </a:lnTo>
                  <a:lnTo>
                    <a:pt x="472227" y="1534131"/>
                  </a:lnTo>
                  <a:lnTo>
                    <a:pt x="481327" y="1539335"/>
                  </a:lnTo>
                  <a:lnTo>
                    <a:pt x="483229" y="1567858"/>
                  </a:lnTo>
                  <a:lnTo>
                    <a:pt x="477841" y="1610073"/>
                  </a:lnTo>
                  <a:lnTo>
                    <a:pt x="434219" y="1703942"/>
                  </a:lnTo>
                  <a:lnTo>
                    <a:pt x="425414" y="1714032"/>
                  </a:lnTo>
                  <a:lnTo>
                    <a:pt x="419437" y="1726714"/>
                  </a:lnTo>
                  <a:lnTo>
                    <a:pt x="397117" y="1718288"/>
                  </a:lnTo>
                  <a:lnTo>
                    <a:pt x="377853" y="1735875"/>
                  </a:lnTo>
                  <a:lnTo>
                    <a:pt x="377853" y="867865"/>
                  </a:lnTo>
                  <a:lnTo>
                    <a:pt x="909761" y="8678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h29"/>
            <p:cNvSpPr/>
            <p:nvPr/>
          </p:nvSpPr>
          <p:spPr>
            <a:xfrm>
              <a:off x="674170" y="4875342"/>
              <a:ext cx="915939" cy="963828"/>
            </a:xfrm>
            <a:custGeom>
              <a:avLst/>
              <a:gdLst/>
              <a:ahLst/>
              <a:cxnLst/>
              <a:rect l="0" t="0" r="0" b="0"/>
              <a:pathLst>
                <a:path w="915939" h="963828">
                  <a:moveTo>
                    <a:pt x="914400" y="914400"/>
                  </a:moveTo>
                  <a:lnTo>
                    <a:pt x="915939" y="954361"/>
                  </a:lnTo>
                  <a:lnTo>
                    <a:pt x="909261" y="963828"/>
                  </a:lnTo>
                  <a:lnTo>
                    <a:pt x="909261" y="90539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h30"/>
            <p:cNvSpPr/>
            <p:nvPr/>
          </p:nvSpPr>
          <p:spPr>
            <a:xfrm>
              <a:off x="702285" y="4955370"/>
              <a:ext cx="1127868" cy="1125120"/>
            </a:xfrm>
            <a:custGeom>
              <a:avLst/>
              <a:gdLst/>
              <a:ahLst/>
              <a:cxnLst/>
              <a:rect l="0" t="0" r="0" b="0"/>
              <a:pathLst>
                <a:path w="1127868" h="1125120">
                  <a:moveTo>
                    <a:pt x="914400" y="914400"/>
                  </a:moveTo>
                  <a:lnTo>
                    <a:pt x="920738" y="930894"/>
                  </a:lnTo>
                  <a:lnTo>
                    <a:pt x="930381" y="948694"/>
                  </a:lnTo>
                  <a:lnTo>
                    <a:pt x="964699" y="936013"/>
                  </a:lnTo>
                  <a:lnTo>
                    <a:pt x="1050721" y="988677"/>
                  </a:lnTo>
                  <a:lnTo>
                    <a:pt x="1102741" y="963040"/>
                  </a:lnTo>
                  <a:lnTo>
                    <a:pt x="1116052" y="961545"/>
                  </a:lnTo>
                  <a:lnTo>
                    <a:pt x="1127868" y="1004097"/>
                  </a:lnTo>
                  <a:lnTo>
                    <a:pt x="1114942" y="1046966"/>
                  </a:lnTo>
                  <a:lnTo>
                    <a:pt x="1069079" y="1092700"/>
                  </a:lnTo>
                  <a:lnTo>
                    <a:pt x="1079243" y="1120886"/>
                  </a:lnTo>
                  <a:lnTo>
                    <a:pt x="1089156" y="1125120"/>
                  </a:lnTo>
                  <a:lnTo>
                    <a:pt x="881145" y="1125120"/>
                  </a:lnTo>
                  <a:lnTo>
                    <a:pt x="881145" y="91799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h31"/>
            <p:cNvSpPr/>
            <p:nvPr/>
          </p:nvSpPr>
          <p:spPr>
            <a:xfrm>
              <a:off x="925012" y="5162130"/>
              <a:ext cx="924134" cy="918360"/>
            </a:xfrm>
            <a:custGeom>
              <a:avLst/>
              <a:gdLst/>
              <a:ahLst/>
              <a:cxnLst/>
              <a:rect l="0" t="0" r="0" b="0"/>
              <a:pathLst>
                <a:path w="924134" h="918360">
                  <a:moveTo>
                    <a:pt x="914400" y="914400"/>
                  </a:moveTo>
                  <a:lnTo>
                    <a:pt x="924134" y="918360"/>
                  </a:lnTo>
                  <a:lnTo>
                    <a:pt x="885778" y="9183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h32"/>
            <p:cNvSpPr/>
            <p:nvPr/>
          </p:nvSpPr>
          <p:spPr>
            <a:xfrm>
              <a:off x="1063235" y="5117113"/>
              <a:ext cx="1407368" cy="963377"/>
            </a:xfrm>
            <a:custGeom>
              <a:avLst/>
              <a:gdLst/>
              <a:ahLst/>
              <a:cxnLst/>
              <a:rect l="0" t="0" r="0" b="0"/>
              <a:pathLst>
                <a:path w="1407368" h="963377">
                  <a:moveTo>
                    <a:pt x="914400" y="914400"/>
                  </a:moveTo>
                  <a:lnTo>
                    <a:pt x="936584" y="900623"/>
                  </a:lnTo>
                  <a:lnTo>
                    <a:pt x="1009612" y="890764"/>
                  </a:lnTo>
                  <a:lnTo>
                    <a:pt x="1022900" y="865927"/>
                  </a:lnTo>
                  <a:lnTo>
                    <a:pt x="1052486" y="840943"/>
                  </a:lnTo>
                  <a:lnTo>
                    <a:pt x="1071547" y="813663"/>
                  </a:lnTo>
                  <a:lnTo>
                    <a:pt x="1117183" y="761736"/>
                  </a:lnTo>
                  <a:lnTo>
                    <a:pt x="1164405" y="771090"/>
                  </a:lnTo>
                  <a:lnTo>
                    <a:pt x="1191977" y="781033"/>
                  </a:lnTo>
                  <a:lnTo>
                    <a:pt x="1222243" y="786046"/>
                  </a:lnTo>
                  <a:lnTo>
                    <a:pt x="1249792" y="841407"/>
                  </a:lnTo>
                  <a:lnTo>
                    <a:pt x="1319469" y="902603"/>
                  </a:lnTo>
                  <a:lnTo>
                    <a:pt x="1383487" y="897273"/>
                  </a:lnTo>
                  <a:lnTo>
                    <a:pt x="1406215" y="955162"/>
                  </a:lnTo>
                  <a:lnTo>
                    <a:pt x="1407368" y="963377"/>
                  </a:lnTo>
                  <a:lnTo>
                    <a:pt x="872046" y="96337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h33"/>
            <p:cNvSpPr/>
            <p:nvPr/>
          </p:nvSpPr>
          <p:spPr>
            <a:xfrm>
              <a:off x="1534632" y="5030006"/>
              <a:ext cx="914400" cy="944418"/>
            </a:xfrm>
            <a:custGeom>
              <a:avLst/>
              <a:gdLst/>
              <a:ahLst/>
              <a:cxnLst/>
              <a:rect l="0" t="0" r="0" b="0"/>
              <a:pathLst>
                <a:path w="914400" h="944418">
                  <a:moveTo>
                    <a:pt x="914400" y="914400"/>
                  </a:moveTo>
                  <a:lnTo>
                    <a:pt x="908174" y="929188"/>
                  </a:lnTo>
                  <a:lnTo>
                    <a:pt x="882119" y="904583"/>
                  </a:lnTo>
                  <a:lnTo>
                    <a:pt x="855950" y="904920"/>
                  </a:lnTo>
                  <a:lnTo>
                    <a:pt x="840308" y="942817"/>
                  </a:lnTo>
                  <a:lnTo>
                    <a:pt x="828672" y="944418"/>
                  </a:lnTo>
                  <a:lnTo>
                    <a:pt x="788265" y="909997"/>
                  </a:lnTo>
                  <a:lnTo>
                    <a:pt x="781791" y="893207"/>
                  </a:lnTo>
                  <a:lnTo>
                    <a:pt x="780455" y="879241"/>
                  </a:lnTo>
                  <a:lnTo>
                    <a:pt x="786228" y="830895"/>
                  </a:lnTo>
                  <a:lnTo>
                    <a:pt x="785164" y="815686"/>
                  </a:lnTo>
                  <a:lnTo>
                    <a:pt x="797863" y="799065"/>
                  </a:lnTo>
                  <a:lnTo>
                    <a:pt x="799833" y="775050"/>
                  </a:lnTo>
                  <a:lnTo>
                    <a:pt x="822289" y="749729"/>
                  </a:lnTo>
                  <a:lnTo>
                    <a:pt x="842210" y="748781"/>
                  </a:lnTo>
                  <a:lnTo>
                    <a:pt x="848548" y="770226"/>
                  </a:lnTo>
                  <a:lnTo>
                    <a:pt x="858078" y="784993"/>
                  </a:lnTo>
                  <a:lnTo>
                    <a:pt x="891649" y="801551"/>
                  </a:lnTo>
                  <a:lnTo>
                    <a:pt x="896652" y="809071"/>
                  </a:lnTo>
                  <a:lnTo>
                    <a:pt x="899685" y="819477"/>
                  </a:lnTo>
                  <a:lnTo>
                    <a:pt x="884066" y="839869"/>
                  </a:lnTo>
                  <a:lnTo>
                    <a:pt x="878769" y="850318"/>
                  </a:lnTo>
                  <a:lnTo>
                    <a:pt x="883726" y="867065"/>
                  </a:lnTo>
                  <a:lnTo>
                    <a:pt x="908604" y="8853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h34"/>
            <p:cNvSpPr/>
            <p:nvPr/>
          </p:nvSpPr>
          <p:spPr>
            <a:xfrm>
              <a:off x="1566686" y="5150439"/>
              <a:ext cx="969391" cy="930051"/>
            </a:xfrm>
            <a:custGeom>
              <a:avLst/>
              <a:gdLst/>
              <a:ahLst/>
              <a:cxnLst/>
              <a:rect l="0" t="0" r="0" b="0"/>
              <a:pathLst>
                <a:path w="969391" h="930051">
                  <a:moveTo>
                    <a:pt x="914399" y="914400"/>
                  </a:moveTo>
                  <a:lnTo>
                    <a:pt x="903896" y="904351"/>
                  </a:lnTo>
                  <a:lnTo>
                    <a:pt x="902334" y="890005"/>
                  </a:lnTo>
                  <a:lnTo>
                    <a:pt x="904032" y="875154"/>
                  </a:lnTo>
                  <a:lnTo>
                    <a:pt x="952973" y="915137"/>
                  </a:lnTo>
                  <a:lnTo>
                    <a:pt x="969391" y="930051"/>
                  </a:lnTo>
                  <a:lnTo>
                    <a:pt x="924839" y="9300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h35"/>
            <p:cNvSpPr/>
            <p:nvPr/>
          </p:nvSpPr>
          <p:spPr>
            <a:xfrm>
              <a:off x="930808" y="4986611"/>
              <a:ext cx="949985" cy="914400"/>
            </a:xfrm>
            <a:custGeom>
              <a:avLst/>
              <a:gdLst/>
              <a:ahLst/>
              <a:cxnLst/>
              <a:rect l="0" t="0" r="0" b="0"/>
              <a:pathLst>
                <a:path w="949985" h="914400">
                  <a:moveTo>
                    <a:pt x="914400" y="914400"/>
                  </a:moveTo>
                  <a:lnTo>
                    <a:pt x="900817" y="897147"/>
                  </a:lnTo>
                  <a:lnTo>
                    <a:pt x="887144" y="892765"/>
                  </a:lnTo>
                  <a:lnTo>
                    <a:pt x="894501" y="871489"/>
                  </a:lnTo>
                  <a:lnTo>
                    <a:pt x="904122" y="863758"/>
                  </a:lnTo>
                  <a:lnTo>
                    <a:pt x="938576" y="877619"/>
                  </a:lnTo>
                  <a:lnTo>
                    <a:pt x="949397" y="904751"/>
                  </a:lnTo>
                  <a:lnTo>
                    <a:pt x="949985" y="9135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h36"/>
            <p:cNvSpPr/>
            <p:nvPr/>
          </p:nvSpPr>
          <p:spPr>
            <a:xfrm>
              <a:off x="2987079" y="2426076"/>
              <a:ext cx="914399" cy="1030597"/>
            </a:xfrm>
            <a:custGeom>
              <a:avLst/>
              <a:gdLst/>
              <a:ahLst/>
              <a:cxnLst/>
              <a:rect l="0" t="0" r="0" b="0"/>
              <a:pathLst>
                <a:path w="914399" h="1030597">
                  <a:moveTo>
                    <a:pt x="914399" y="914400"/>
                  </a:moveTo>
                  <a:lnTo>
                    <a:pt x="914399" y="1026239"/>
                  </a:lnTo>
                  <a:lnTo>
                    <a:pt x="867993" y="1030597"/>
                  </a:lnTo>
                  <a:lnTo>
                    <a:pt x="855520" y="1023161"/>
                  </a:lnTo>
                  <a:lnTo>
                    <a:pt x="838429" y="965335"/>
                  </a:lnTo>
                  <a:lnTo>
                    <a:pt x="841825" y="950400"/>
                  </a:lnTo>
                  <a:lnTo>
                    <a:pt x="853324" y="944038"/>
                  </a:lnTo>
                  <a:lnTo>
                    <a:pt x="863172" y="942669"/>
                  </a:lnTo>
                  <a:lnTo>
                    <a:pt x="864620" y="973804"/>
                  </a:lnTo>
                  <a:lnTo>
                    <a:pt x="879085" y="970707"/>
                  </a:lnTo>
                  <a:lnTo>
                    <a:pt x="883613" y="950189"/>
                  </a:lnTo>
                  <a:lnTo>
                    <a:pt x="884632" y="935738"/>
                  </a:lnTo>
                  <a:lnTo>
                    <a:pt x="880715" y="928449"/>
                  </a:lnTo>
                  <a:lnTo>
                    <a:pt x="870891" y="922804"/>
                  </a:lnTo>
                  <a:lnTo>
                    <a:pt x="865209" y="913114"/>
                  </a:lnTo>
                  <a:lnTo>
                    <a:pt x="873381" y="897525"/>
                  </a:lnTo>
                  <a:lnTo>
                    <a:pt x="888503" y="890784"/>
                  </a:lnTo>
                  <a:lnTo>
                    <a:pt x="901542" y="911618"/>
                  </a:lnTo>
                  <a:lnTo>
                    <a:pt x="911977" y="91435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h37"/>
            <p:cNvSpPr/>
            <p:nvPr/>
          </p:nvSpPr>
          <p:spPr>
            <a:xfrm>
              <a:off x="2909999" y="2506461"/>
              <a:ext cx="914399" cy="927207"/>
            </a:xfrm>
            <a:custGeom>
              <a:avLst/>
              <a:gdLst/>
              <a:ahLst/>
              <a:cxnLst/>
              <a:rect l="0" t="0" r="0" b="0"/>
              <a:pathLst>
                <a:path w="914399" h="927207">
                  <a:moveTo>
                    <a:pt x="914399" y="914400"/>
                  </a:moveTo>
                  <a:lnTo>
                    <a:pt x="905526" y="911977"/>
                  </a:lnTo>
                  <a:lnTo>
                    <a:pt x="898712" y="915284"/>
                  </a:lnTo>
                  <a:lnTo>
                    <a:pt x="894094" y="927207"/>
                  </a:lnTo>
                  <a:lnTo>
                    <a:pt x="884043" y="922931"/>
                  </a:lnTo>
                  <a:lnTo>
                    <a:pt x="879991" y="905847"/>
                  </a:lnTo>
                  <a:lnTo>
                    <a:pt x="887484" y="880273"/>
                  </a:lnTo>
                  <a:lnTo>
                    <a:pt x="905435" y="879304"/>
                  </a:lnTo>
                  <a:lnTo>
                    <a:pt x="913200" y="9047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h38"/>
            <p:cNvSpPr/>
            <p:nvPr/>
          </p:nvSpPr>
          <p:spPr>
            <a:xfrm>
              <a:off x="1265046" y="4439155"/>
              <a:ext cx="923024" cy="1308012"/>
            </a:xfrm>
            <a:custGeom>
              <a:avLst/>
              <a:gdLst/>
              <a:ahLst/>
              <a:cxnLst/>
              <a:rect l="0" t="0" r="0" b="0"/>
              <a:pathLst>
                <a:path w="923024" h="1308012">
                  <a:moveTo>
                    <a:pt x="914399" y="914400"/>
                  </a:moveTo>
                  <a:lnTo>
                    <a:pt x="908378" y="926976"/>
                  </a:lnTo>
                  <a:lnTo>
                    <a:pt x="899527" y="935255"/>
                  </a:lnTo>
                  <a:lnTo>
                    <a:pt x="876369" y="944039"/>
                  </a:lnTo>
                  <a:lnTo>
                    <a:pt x="856312" y="956299"/>
                  </a:lnTo>
                  <a:lnTo>
                    <a:pt x="838429" y="977849"/>
                  </a:lnTo>
                  <a:lnTo>
                    <a:pt x="831842" y="1008647"/>
                  </a:lnTo>
                  <a:lnTo>
                    <a:pt x="845831" y="1031188"/>
                  </a:lnTo>
                  <a:lnTo>
                    <a:pt x="871276" y="1043532"/>
                  </a:lnTo>
                  <a:lnTo>
                    <a:pt x="877750" y="1086443"/>
                  </a:lnTo>
                  <a:lnTo>
                    <a:pt x="856743" y="1107614"/>
                  </a:lnTo>
                  <a:lnTo>
                    <a:pt x="802843" y="1128743"/>
                  </a:lnTo>
                  <a:lnTo>
                    <a:pt x="797184" y="1179743"/>
                  </a:lnTo>
                  <a:lnTo>
                    <a:pt x="798927" y="1219936"/>
                  </a:lnTo>
                  <a:lnTo>
                    <a:pt x="797954" y="1249155"/>
                  </a:lnTo>
                  <a:lnTo>
                    <a:pt x="793675" y="1289580"/>
                  </a:lnTo>
                  <a:lnTo>
                    <a:pt x="750076" y="1308012"/>
                  </a:lnTo>
                  <a:lnTo>
                    <a:pt x="721938" y="1246437"/>
                  </a:lnTo>
                  <a:lnTo>
                    <a:pt x="721689" y="1221790"/>
                  </a:lnTo>
                  <a:lnTo>
                    <a:pt x="713291" y="1193014"/>
                  </a:lnTo>
                  <a:lnTo>
                    <a:pt x="711706" y="1168494"/>
                  </a:lnTo>
                  <a:lnTo>
                    <a:pt x="701746" y="1129270"/>
                  </a:lnTo>
                  <a:lnTo>
                    <a:pt x="660501" y="1118653"/>
                  </a:lnTo>
                  <a:lnTo>
                    <a:pt x="644496" y="1117262"/>
                  </a:lnTo>
                  <a:lnTo>
                    <a:pt x="622108" y="1124551"/>
                  </a:lnTo>
                  <a:lnTo>
                    <a:pt x="616562" y="1121707"/>
                  </a:lnTo>
                  <a:lnTo>
                    <a:pt x="589760" y="1068137"/>
                  </a:lnTo>
                  <a:lnTo>
                    <a:pt x="594174" y="1009027"/>
                  </a:lnTo>
                  <a:lnTo>
                    <a:pt x="579867" y="979198"/>
                  </a:lnTo>
                  <a:lnTo>
                    <a:pt x="577898" y="965694"/>
                  </a:lnTo>
                  <a:lnTo>
                    <a:pt x="578237" y="950738"/>
                  </a:lnTo>
                  <a:lnTo>
                    <a:pt x="566489" y="938414"/>
                  </a:lnTo>
                  <a:lnTo>
                    <a:pt x="552227" y="931884"/>
                  </a:lnTo>
                  <a:lnTo>
                    <a:pt x="545300" y="898621"/>
                  </a:lnTo>
                  <a:lnTo>
                    <a:pt x="561689" y="890553"/>
                  </a:lnTo>
                  <a:lnTo>
                    <a:pt x="602210" y="894450"/>
                  </a:lnTo>
                  <a:lnTo>
                    <a:pt x="614049" y="892175"/>
                  </a:lnTo>
                  <a:lnTo>
                    <a:pt x="624893" y="885245"/>
                  </a:lnTo>
                  <a:lnTo>
                    <a:pt x="657671" y="830558"/>
                  </a:lnTo>
                  <a:lnTo>
                    <a:pt x="656720" y="818508"/>
                  </a:lnTo>
                  <a:lnTo>
                    <a:pt x="660229" y="802878"/>
                  </a:lnTo>
                  <a:lnTo>
                    <a:pt x="695702" y="797085"/>
                  </a:lnTo>
                  <a:lnTo>
                    <a:pt x="711502" y="818214"/>
                  </a:lnTo>
                  <a:lnTo>
                    <a:pt x="708333" y="852045"/>
                  </a:lnTo>
                  <a:lnTo>
                    <a:pt x="710348" y="895398"/>
                  </a:lnTo>
                  <a:lnTo>
                    <a:pt x="731831" y="907195"/>
                  </a:lnTo>
                  <a:lnTo>
                    <a:pt x="740206" y="908922"/>
                  </a:lnTo>
                  <a:lnTo>
                    <a:pt x="749148" y="876903"/>
                  </a:lnTo>
                  <a:lnTo>
                    <a:pt x="755419" y="861335"/>
                  </a:lnTo>
                  <a:lnTo>
                    <a:pt x="763930" y="852656"/>
                  </a:lnTo>
                  <a:lnTo>
                    <a:pt x="766828" y="823396"/>
                  </a:lnTo>
                  <a:lnTo>
                    <a:pt x="761780" y="805532"/>
                  </a:lnTo>
                  <a:lnTo>
                    <a:pt x="751027" y="792218"/>
                  </a:lnTo>
                  <a:lnTo>
                    <a:pt x="791185" y="755985"/>
                  </a:lnTo>
                  <a:lnTo>
                    <a:pt x="832747" y="727294"/>
                  </a:lnTo>
                  <a:lnTo>
                    <a:pt x="856924" y="725798"/>
                  </a:lnTo>
                  <a:lnTo>
                    <a:pt x="881259" y="732813"/>
                  </a:lnTo>
                  <a:lnTo>
                    <a:pt x="903873" y="742503"/>
                  </a:lnTo>
                  <a:lnTo>
                    <a:pt x="916143" y="750845"/>
                  </a:lnTo>
                  <a:lnTo>
                    <a:pt x="923024" y="764243"/>
                  </a:lnTo>
                  <a:lnTo>
                    <a:pt x="907857" y="796179"/>
                  </a:lnTo>
                  <a:lnTo>
                    <a:pt x="903647" y="813663"/>
                  </a:lnTo>
                  <a:lnTo>
                    <a:pt x="913834" y="8712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h39"/>
            <p:cNvSpPr/>
            <p:nvPr/>
          </p:nvSpPr>
          <p:spPr>
            <a:xfrm>
              <a:off x="729088" y="3605607"/>
              <a:ext cx="1069034" cy="1675103"/>
            </a:xfrm>
            <a:custGeom>
              <a:avLst/>
              <a:gdLst/>
              <a:ahLst/>
              <a:cxnLst/>
              <a:rect l="0" t="0" r="0" b="0"/>
              <a:pathLst>
                <a:path w="1069034" h="1675103">
                  <a:moveTo>
                    <a:pt x="914400" y="914400"/>
                  </a:moveTo>
                  <a:lnTo>
                    <a:pt x="977965" y="863336"/>
                  </a:lnTo>
                  <a:lnTo>
                    <a:pt x="995735" y="862683"/>
                  </a:lnTo>
                  <a:lnTo>
                    <a:pt x="965831" y="900749"/>
                  </a:lnTo>
                  <a:lnTo>
                    <a:pt x="961032" y="915474"/>
                  </a:lnTo>
                  <a:lnTo>
                    <a:pt x="957410" y="938056"/>
                  </a:lnTo>
                  <a:lnTo>
                    <a:pt x="978848" y="987097"/>
                  </a:lnTo>
                  <a:lnTo>
                    <a:pt x="974320" y="1016947"/>
                  </a:lnTo>
                  <a:lnTo>
                    <a:pt x="975837" y="1075679"/>
                  </a:lnTo>
                  <a:lnTo>
                    <a:pt x="955622" y="1106287"/>
                  </a:lnTo>
                  <a:lnTo>
                    <a:pt x="932804" y="1171401"/>
                  </a:lnTo>
                  <a:lnTo>
                    <a:pt x="922979" y="1180986"/>
                  </a:lnTo>
                  <a:lnTo>
                    <a:pt x="920874" y="1256991"/>
                  </a:lnTo>
                  <a:lnTo>
                    <a:pt x="923115" y="1275129"/>
                  </a:lnTo>
                  <a:lnTo>
                    <a:pt x="919878" y="1344329"/>
                  </a:lnTo>
                  <a:lnTo>
                    <a:pt x="943262" y="1372663"/>
                  </a:lnTo>
                  <a:lnTo>
                    <a:pt x="967982" y="1387472"/>
                  </a:lnTo>
                  <a:lnTo>
                    <a:pt x="1050426" y="1386945"/>
                  </a:lnTo>
                  <a:lnTo>
                    <a:pt x="1058983" y="1399395"/>
                  </a:lnTo>
                  <a:lnTo>
                    <a:pt x="1069034" y="1420798"/>
                  </a:lnTo>
                  <a:lnTo>
                    <a:pt x="1061677" y="1457136"/>
                  </a:lnTo>
                  <a:lnTo>
                    <a:pt x="1052871" y="1484543"/>
                  </a:lnTo>
                  <a:lnTo>
                    <a:pt x="1028989" y="1507631"/>
                  </a:lnTo>
                  <a:lnTo>
                    <a:pt x="998338" y="1524841"/>
                  </a:lnTo>
                  <a:lnTo>
                    <a:pt x="979278" y="1525600"/>
                  </a:lnTo>
                  <a:lnTo>
                    <a:pt x="953313" y="1492885"/>
                  </a:lnTo>
                  <a:lnTo>
                    <a:pt x="940976" y="1503502"/>
                  </a:lnTo>
                  <a:lnTo>
                    <a:pt x="928231" y="1520186"/>
                  </a:lnTo>
                  <a:lnTo>
                    <a:pt x="906884" y="1609715"/>
                  </a:lnTo>
                  <a:lnTo>
                    <a:pt x="896765" y="1670195"/>
                  </a:lnTo>
                  <a:lnTo>
                    <a:pt x="891287" y="1675103"/>
                  </a:lnTo>
                  <a:lnTo>
                    <a:pt x="879221" y="1666192"/>
                  </a:lnTo>
                  <a:lnTo>
                    <a:pt x="858372" y="1665497"/>
                  </a:lnTo>
                  <a:lnTo>
                    <a:pt x="854343" y="1667691"/>
                  </a:lnTo>
                  <a:lnTo>
                    <a:pt x="854343" y="92799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h40"/>
            <p:cNvSpPr/>
            <p:nvPr/>
          </p:nvSpPr>
          <p:spPr>
            <a:xfrm>
              <a:off x="674509" y="4406166"/>
              <a:ext cx="914400" cy="925121"/>
            </a:xfrm>
            <a:custGeom>
              <a:avLst/>
              <a:gdLst/>
              <a:ahLst/>
              <a:cxnLst/>
              <a:rect l="0" t="0" r="0" b="0"/>
              <a:pathLst>
                <a:path w="914400" h="925121">
                  <a:moveTo>
                    <a:pt x="914400" y="914400"/>
                  </a:moveTo>
                  <a:lnTo>
                    <a:pt x="908921" y="925121"/>
                  </a:lnTo>
                  <a:lnTo>
                    <a:pt x="908921" y="9058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h41"/>
            <p:cNvSpPr/>
            <p:nvPr/>
          </p:nvSpPr>
          <p:spPr>
            <a:xfrm>
              <a:off x="828238" y="4494095"/>
              <a:ext cx="945096" cy="1133925"/>
            </a:xfrm>
            <a:custGeom>
              <a:avLst/>
              <a:gdLst/>
              <a:ahLst/>
              <a:cxnLst/>
              <a:rect l="0" t="0" r="0" b="0"/>
              <a:pathLst>
                <a:path w="945096" h="1133925">
                  <a:moveTo>
                    <a:pt x="914400" y="914400"/>
                  </a:moveTo>
                  <a:lnTo>
                    <a:pt x="926284" y="962408"/>
                  </a:lnTo>
                  <a:lnTo>
                    <a:pt x="945096" y="1016105"/>
                  </a:lnTo>
                  <a:lnTo>
                    <a:pt x="937240" y="1038582"/>
                  </a:lnTo>
                  <a:lnTo>
                    <a:pt x="942583" y="1067379"/>
                  </a:lnTo>
                  <a:lnTo>
                    <a:pt x="937218" y="1097418"/>
                  </a:lnTo>
                  <a:lnTo>
                    <a:pt x="899799" y="1132345"/>
                  </a:lnTo>
                  <a:lnTo>
                    <a:pt x="857829" y="1133925"/>
                  </a:lnTo>
                  <a:lnTo>
                    <a:pt x="814207" y="1117052"/>
                  </a:lnTo>
                  <a:lnTo>
                    <a:pt x="755192" y="1085941"/>
                  </a:lnTo>
                  <a:lnTo>
                    <a:pt x="755192" y="923383"/>
                  </a:lnTo>
                  <a:lnTo>
                    <a:pt x="821519" y="891438"/>
                  </a:lnTo>
                  <a:lnTo>
                    <a:pt x="837161" y="896557"/>
                  </a:lnTo>
                  <a:lnTo>
                    <a:pt x="853483" y="913220"/>
                  </a:lnTo>
                  <a:lnTo>
                    <a:pt x="872272" y="914210"/>
                  </a:lnTo>
                  <a:lnTo>
                    <a:pt x="899550" y="890574"/>
                  </a:lnTo>
                  <a:lnTo>
                    <a:pt x="904733" y="891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h42"/>
            <p:cNvSpPr/>
            <p:nvPr/>
          </p:nvSpPr>
          <p:spPr>
            <a:xfrm>
              <a:off x="1025635" y="4808184"/>
              <a:ext cx="967144" cy="1001001"/>
            </a:xfrm>
            <a:custGeom>
              <a:avLst/>
              <a:gdLst/>
              <a:ahLst/>
              <a:cxnLst/>
              <a:rect l="0" t="0" r="0" b="0"/>
              <a:pathLst>
                <a:path w="967144" h="1001001">
                  <a:moveTo>
                    <a:pt x="914399" y="914400"/>
                  </a:moveTo>
                  <a:lnTo>
                    <a:pt x="942153" y="912862"/>
                  </a:lnTo>
                  <a:lnTo>
                    <a:pt x="961032" y="923963"/>
                  </a:lnTo>
                  <a:lnTo>
                    <a:pt x="965537" y="941111"/>
                  </a:lnTo>
                  <a:lnTo>
                    <a:pt x="967144" y="979177"/>
                  </a:lnTo>
                  <a:lnTo>
                    <a:pt x="947314" y="990278"/>
                  </a:lnTo>
                  <a:lnTo>
                    <a:pt x="925424" y="986507"/>
                  </a:lnTo>
                  <a:lnTo>
                    <a:pt x="895633" y="1001001"/>
                  </a:lnTo>
                  <a:lnTo>
                    <a:pt x="797841" y="938773"/>
                  </a:lnTo>
                  <a:lnTo>
                    <a:pt x="799267" y="886888"/>
                  </a:lnTo>
                  <a:lnTo>
                    <a:pt x="803183" y="866517"/>
                  </a:lnTo>
                  <a:lnTo>
                    <a:pt x="849521" y="861672"/>
                  </a:lnTo>
                  <a:lnTo>
                    <a:pt x="873381" y="88762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h43"/>
            <p:cNvSpPr/>
            <p:nvPr/>
          </p:nvSpPr>
          <p:spPr>
            <a:xfrm>
              <a:off x="828918" y="4844649"/>
              <a:ext cx="974977" cy="914400"/>
            </a:xfrm>
            <a:custGeom>
              <a:avLst/>
              <a:gdLst/>
              <a:ahLst/>
              <a:cxnLst/>
              <a:rect l="0" t="0" r="0" b="0"/>
              <a:pathLst>
                <a:path w="974977" h="914400">
                  <a:moveTo>
                    <a:pt x="914400" y="914400"/>
                  </a:moveTo>
                  <a:lnTo>
                    <a:pt x="900432" y="879452"/>
                  </a:lnTo>
                  <a:lnTo>
                    <a:pt x="898621" y="868518"/>
                  </a:lnTo>
                  <a:lnTo>
                    <a:pt x="915033" y="846147"/>
                  </a:lnTo>
                  <a:lnTo>
                    <a:pt x="925650" y="820805"/>
                  </a:lnTo>
                  <a:lnTo>
                    <a:pt x="953109" y="781896"/>
                  </a:lnTo>
                  <a:lnTo>
                    <a:pt x="968932" y="736310"/>
                  </a:lnTo>
                  <a:lnTo>
                    <a:pt x="974977" y="737026"/>
                  </a:lnTo>
                  <a:lnTo>
                    <a:pt x="967959" y="777620"/>
                  </a:lnTo>
                  <a:lnTo>
                    <a:pt x="931898" y="890848"/>
                  </a:lnTo>
                  <a:lnTo>
                    <a:pt x="924677" y="91195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h44"/>
            <p:cNvSpPr/>
            <p:nvPr/>
          </p:nvSpPr>
          <p:spPr>
            <a:xfrm>
              <a:off x="1251101" y="4755857"/>
              <a:ext cx="923251" cy="939594"/>
            </a:xfrm>
            <a:custGeom>
              <a:avLst/>
              <a:gdLst/>
              <a:ahLst/>
              <a:cxnLst/>
              <a:rect l="0" t="0" r="0" b="0"/>
              <a:pathLst>
                <a:path w="923251" h="939594">
                  <a:moveTo>
                    <a:pt x="914400" y="914400"/>
                  </a:moveTo>
                  <a:lnTo>
                    <a:pt x="878814" y="909681"/>
                  </a:lnTo>
                  <a:lnTo>
                    <a:pt x="838701" y="939594"/>
                  </a:lnTo>
                  <a:lnTo>
                    <a:pt x="823489" y="930136"/>
                  </a:lnTo>
                  <a:lnTo>
                    <a:pt x="829238" y="911029"/>
                  </a:lnTo>
                  <a:lnTo>
                    <a:pt x="833426" y="904077"/>
                  </a:lnTo>
                  <a:lnTo>
                    <a:pt x="846918" y="895967"/>
                  </a:lnTo>
                  <a:lnTo>
                    <a:pt x="855928" y="884107"/>
                  </a:lnTo>
                  <a:lnTo>
                    <a:pt x="859459" y="865548"/>
                  </a:lnTo>
                  <a:lnTo>
                    <a:pt x="867812" y="875554"/>
                  </a:lnTo>
                  <a:lnTo>
                    <a:pt x="892645" y="879746"/>
                  </a:lnTo>
                  <a:lnTo>
                    <a:pt x="904779" y="885666"/>
                  </a:lnTo>
                  <a:lnTo>
                    <a:pt x="914920" y="894366"/>
                  </a:lnTo>
                  <a:lnTo>
                    <a:pt x="923251" y="9079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h45"/>
            <p:cNvSpPr/>
            <p:nvPr/>
          </p:nvSpPr>
          <p:spPr>
            <a:xfrm>
              <a:off x="1265136" y="4495653"/>
              <a:ext cx="936222" cy="914400"/>
            </a:xfrm>
            <a:custGeom>
              <a:avLst/>
              <a:gdLst/>
              <a:ahLst/>
              <a:cxnLst/>
              <a:rect l="0" t="0" r="0" b="0"/>
              <a:pathLst>
                <a:path w="936222" h="914400">
                  <a:moveTo>
                    <a:pt x="914399" y="914400"/>
                  </a:moveTo>
                  <a:lnTo>
                    <a:pt x="909600" y="913430"/>
                  </a:lnTo>
                  <a:lnTo>
                    <a:pt x="902515" y="888257"/>
                  </a:lnTo>
                  <a:lnTo>
                    <a:pt x="914015" y="872942"/>
                  </a:lnTo>
                  <a:lnTo>
                    <a:pt x="920806" y="859945"/>
                  </a:lnTo>
                  <a:lnTo>
                    <a:pt x="925628" y="860324"/>
                  </a:lnTo>
                  <a:lnTo>
                    <a:pt x="932215" y="874375"/>
                  </a:lnTo>
                  <a:lnTo>
                    <a:pt x="936222" y="8960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h46"/>
            <p:cNvSpPr/>
            <p:nvPr/>
          </p:nvSpPr>
          <p:spPr>
            <a:xfrm>
              <a:off x="765760" y="4804919"/>
              <a:ext cx="934705" cy="914400"/>
            </a:xfrm>
            <a:custGeom>
              <a:avLst/>
              <a:gdLst/>
              <a:ahLst/>
              <a:cxnLst/>
              <a:rect l="0" t="0" r="0" b="0"/>
              <a:pathLst>
                <a:path w="934705" h="914400">
                  <a:moveTo>
                    <a:pt x="914400" y="914400"/>
                  </a:moveTo>
                  <a:lnTo>
                    <a:pt x="896607" y="905004"/>
                  </a:lnTo>
                  <a:lnTo>
                    <a:pt x="867654" y="869614"/>
                  </a:lnTo>
                  <a:lnTo>
                    <a:pt x="864009" y="860219"/>
                  </a:lnTo>
                  <a:lnTo>
                    <a:pt x="879221" y="866222"/>
                  </a:lnTo>
                  <a:lnTo>
                    <a:pt x="898101" y="884718"/>
                  </a:lnTo>
                  <a:lnTo>
                    <a:pt x="913562" y="888657"/>
                  </a:lnTo>
                  <a:lnTo>
                    <a:pt x="934705" y="904309"/>
                  </a:lnTo>
                  <a:lnTo>
                    <a:pt x="929951" y="9099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h47"/>
            <p:cNvSpPr/>
            <p:nvPr/>
          </p:nvSpPr>
          <p:spPr>
            <a:xfrm>
              <a:off x="669031" y="4787216"/>
              <a:ext cx="928593" cy="914400"/>
            </a:xfrm>
            <a:custGeom>
              <a:avLst/>
              <a:gdLst/>
              <a:ahLst/>
              <a:cxnLst/>
              <a:rect l="0" t="0" r="0" b="0"/>
              <a:pathLst>
                <a:path w="928593" h="914400">
                  <a:moveTo>
                    <a:pt x="914400" y="914400"/>
                  </a:moveTo>
                  <a:lnTo>
                    <a:pt x="914400" y="868358"/>
                  </a:lnTo>
                  <a:lnTo>
                    <a:pt x="927778" y="901578"/>
                  </a:lnTo>
                  <a:lnTo>
                    <a:pt x="928593" y="9108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h48"/>
            <p:cNvSpPr/>
            <p:nvPr/>
          </p:nvSpPr>
          <p:spPr>
            <a:xfrm>
              <a:off x="805873" y="4404586"/>
              <a:ext cx="930947" cy="914400"/>
            </a:xfrm>
            <a:custGeom>
              <a:avLst/>
              <a:gdLst/>
              <a:ahLst/>
              <a:cxnLst/>
              <a:rect l="0" t="0" r="0" b="0"/>
              <a:pathLst>
                <a:path w="930947" h="914400">
                  <a:moveTo>
                    <a:pt x="914400" y="914400"/>
                  </a:moveTo>
                  <a:lnTo>
                    <a:pt x="899708" y="906331"/>
                  </a:lnTo>
                  <a:lnTo>
                    <a:pt x="898169" y="878419"/>
                  </a:lnTo>
                  <a:lnTo>
                    <a:pt x="903737" y="853351"/>
                  </a:lnTo>
                  <a:lnTo>
                    <a:pt x="897195" y="830937"/>
                  </a:lnTo>
                  <a:lnTo>
                    <a:pt x="904394" y="816528"/>
                  </a:lnTo>
                  <a:lnTo>
                    <a:pt x="925062" y="850086"/>
                  </a:lnTo>
                  <a:lnTo>
                    <a:pt x="930947" y="865864"/>
                  </a:lnTo>
                  <a:lnTo>
                    <a:pt x="922979" y="884718"/>
                  </a:lnTo>
                  <a:lnTo>
                    <a:pt x="918338" y="90664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h49"/>
            <p:cNvSpPr/>
            <p:nvPr/>
          </p:nvSpPr>
          <p:spPr>
            <a:xfrm>
              <a:off x="903484" y="3772974"/>
              <a:ext cx="952204" cy="914400"/>
            </a:xfrm>
            <a:custGeom>
              <a:avLst/>
              <a:gdLst/>
              <a:ahLst/>
              <a:cxnLst/>
              <a:rect l="0" t="0" r="0" b="0"/>
              <a:pathLst>
                <a:path w="952204" h="914400">
                  <a:moveTo>
                    <a:pt x="914400" y="914400"/>
                  </a:moveTo>
                  <a:lnTo>
                    <a:pt x="882504" y="900096"/>
                  </a:lnTo>
                  <a:lnTo>
                    <a:pt x="896584" y="880105"/>
                  </a:lnTo>
                  <a:lnTo>
                    <a:pt x="931626" y="870899"/>
                  </a:lnTo>
                  <a:lnTo>
                    <a:pt x="952204" y="873932"/>
                  </a:lnTo>
                  <a:lnTo>
                    <a:pt x="929566" y="893776"/>
                  </a:lnTo>
                  <a:lnTo>
                    <a:pt x="923839" y="90428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h50"/>
            <p:cNvSpPr/>
            <p:nvPr/>
          </p:nvSpPr>
          <p:spPr>
            <a:xfrm>
              <a:off x="1839826" y="4732537"/>
              <a:ext cx="934411" cy="914400"/>
            </a:xfrm>
            <a:custGeom>
              <a:avLst/>
              <a:gdLst/>
              <a:ahLst/>
              <a:cxnLst/>
              <a:rect l="0" t="0" r="0" b="0"/>
              <a:pathLst>
                <a:path w="934411" h="914400">
                  <a:moveTo>
                    <a:pt x="914400" y="914400"/>
                  </a:moveTo>
                  <a:lnTo>
                    <a:pt x="876097" y="902308"/>
                  </a:lnTo>
                  <a:lnTo>
                    <a:pt x="829420" y="872416"/>
                  </a:lnTo>
                  <a:lnTo>
                    <a:pt x="836256" y="813832"/>
                  </a:lnTo>
                  <a:lnTo>
                    <a:pt x="848231" y="788511"/>
                  </a:lnTo>
                  <a:lnTo>
                    <a:pt x="933369" y="854173"/>
                  </a:lnTo>
                  <a:lnTo>
                    <a:pt x="934411" y="878925"/>
                  </a:lnTo>
                  <a:lnTo>
                    <a:pt x="922956" y="90709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2197401" y="5264515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3629210" y="3504488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2116158" y="5073989"/>
              <a:ext cx="117405" cy="117405"/>
            </a:xfrm>
            <a:prstGeom prst="ellipse">
              <a:avLst/>
            </a:prstGeom>
            <a:solidFill>
              <a:srgbClr val="FFD39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3084920" y="4427605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2997131" y="4876599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2216170" y="5419530"/>
              <a:ext cx="117405" cy="117405"/>
            </a:xfrm>
            <a:prstGeom prst="ellipse">
              <a:avLst/>
            </a:prstGeom>
            <a:solidFill>
              <a:srgbClr val="721F7B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1783341" y="3917599"/>
              <a:ext cx="117405" cy="117405"/>
            </a:xfrm>
            <a:prstGeom prst="ellipse">
              <a:avLst/>
            </a:prstGeom>
            <a:solidFill>
              <a:srgbClr val="FFD69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1888269" y="4273424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g59"/>
            <p:cNvSpPr/>
            <p:nvPr/>
          </p:nvSpPr>
          <p:spPr>
            <a:xfrm>
              <a:off x="2312658" y="5226753"/>
              <a:ext cx="379476" cy="191749"/>
            </a:xfrm>
            <a:custGeom>
              <a:avLst/>
              <a:gdLst/>
              <a:ahLst/>
              <a:cxnLst/>
              <a:rect l="0" t="0" r="0" b="0"/>
              <a:pathLst>
                <a:path w="379476" h="191749">
                  <a:moveTo>
                    <a:pt x="27431" y="191749"/>
                  </a:moveTo>
                  <a:lnTo>
                    <a:pt x="352044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6" y="164317"/>
                  </a:lnTo>
                  <a:lnTo>
                    <a:pt x="379476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tx60"/>
            <p:cNvSpPr/>
            <p:nvPr/>
          </p:nvSpPr>
          <p:spPr>
            <a:xfrm>
              <a:off x="2358378" y="5272473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1" name="pg61"/>
            <p:cNvSpPr/>
            <p:nvPr/>
          </p:nvSpPr>
          <p:spPr>
            <a:xfrm>
              <a:off x="3386408" y="3622877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2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tx62"/>
            <p:cNvSpPr/>
            <p:nvPr/>
          </p:nvSpPr>
          <p:spPr>
            <a:xfrm>
              <a:off x="3432128" y="3668597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3" name="pg63"/>
            <p:cNvSpPr/>
            <p:nvPr/>
          </p:nvSpPr>
          <p:spPr>
            <a:xfrm>
              <a:off x="1850344" y="4881647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2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tx64"/>
            <p:cNvSpPr/>
            <p:nvPr/>
          </p:nvSpPr>
          <p:spPr>
            <a:xfrm>
              <a:off x="1896064" y="4927367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65" name="pg65"/>
            <p:cNvSpPr/>
            <p:nvPr/>
          </p:nvSpPr>
          <p:spPr>
            <a:xfrm>
              <a:off x="2822878" y="4545991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1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tx66"/>
            <p:cNvSpPr/>
            <p:nvPr/>
          </p:nvSpPr>
          <p:spPr>
            <a:xfrm>
              <a:off x="2868598" y="4591711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7" name="pg67"/>
            <p:cNvSpPr/>
            <p:nvPr/>
          </p:nvSpPr>
          <p:spPr>
            <a:xfrm>
              <a:off x="2758162" y="4995273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tx68"/>
            <p:cNvSpPr/>
            <p:nvPr/>
          </p:nvSpPr>
          <p:spPr>
            <a:xfrm>
              <a:off x="2803882" y="5040993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9" name="pg69"/>
            <p:cNvSpPr/>
            <p:nvPr/>
          </p:nvSpPr>
          <p:spPr>
            <a:xfrm>
              <a:off x="2200667" y="5537703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tx70"/>
            <p:cNvSpPr/>
            <p:nvPr/>
          </p:nvSpPr>
          <p:spPr>
            <a:xfrm>
              <a:off x="2246387" y="5583423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71" name="pg71"/>
            <p:cNvSpPr/>
            <p:nvPr/>
          </p:nvSpPr>
          <p:spPr>
            <a:xfrm>
              <a:off x="1790052" y="3724809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tx72"/>
            <p:cNvSpPr/>
            <p:nvPr/>
          </p:nvSpPr>
          <p:spPr>
            <a:xfrm>
              <a:off x="1835772" y="3770529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73" name="pg73"/>
            <p:cNvSpPr/>
            <p:nvPr/>
          </p:nvSpPr>
          <p:spPr>
            <a:xfrm>
              <a:off x="1668844" y="4391872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x74"/>
            <p:cNvSpPr/>
            <p:nvPr/>
          </p:nvSpPr>
          <p:spPr>
            <a:xfrm>
              <a:off x="1714564" y="4437592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1467529" y="2909513"/>
              <a:ext cx="2549852" cy="332197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tx76"/>
            <p:cNvSpPr/>
            <p:nvPr/>
          </p:nvSpPr>
          <p:spPr>
            <a:xfrm>
              <a:off x="1155176" y="603980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1279534" y="602132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1324249" y="603980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1155176" y="5608374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1279534" y="5589903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324249" y="5608374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1155176" y="517713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1279534" y="51586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1324249" y="517713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1155176" y="474552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279534" y="472705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1324249" y="474552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1155176" y="431428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1279534" y="429580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324249" y="431428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155176" y="3882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1279534" y="3864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1324249" y="388285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1155176" y="345142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1279534" y="343295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1324249" y="345142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1155176" y="3020004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1279534" y="3001533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1324249" y="3020004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1432734" y="608049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1432734" y="564906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1432734" y="521763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1432734" y="478621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1432734" y="435478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1432734" y="392336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1432734" y="349193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1432734" y="30605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1583431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2047041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2510650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2974260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3437869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3901479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tx114"/>
            <p:cNvSpPr/>
            <p:nvPr/>
          </p:nvSpPr>
          <p:spPr>
            <a:xfrm>
              <a:off x="1461633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1585991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1630706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925243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049601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094315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2388852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2513211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2557925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2852462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2976820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021534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316071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3440430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485144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3779681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3904039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3948754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2435491" y="6438299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785335" y="4520483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4156560" y="3851958"/>
              <a:ext cx="650650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5" name="tx135"/>
            <p:cNvSpPr/>
            <p:nvPr/>
          </p:nvSpPr>
          <p:spPr>
            <a:xfrm>
              <a:off x="4226149" y="3937049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26149" y="4122175"/>
              <a:ext cx="219455" cy="1097280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4401713" y="52176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4401713" y="49442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l139"/>
            <p:cNvSpPr/>
            <p:nvPr/>
          </p:nvSpPr>
          <p:spPr>
            <a:xfrm>
              <a:off x="4401713" y="46708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4401713" y="43974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4401713" y="41240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4226149" y="52176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4226149" y="49442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4226149" y="46708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4226149" y="43974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4226149" y="41240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tx147"/>
            <p:cNvSpPr/>
            <p:nvPr/>
          </p:nvSpPr>
          <p:spPr>
            <a:xfrm>
              <a:off x="4515194" y="517762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4515194" y="490421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4515194" y="4630810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4515194" y="43574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4515194" y="408399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1467529" y="2330877"/>
              <a:ext cx="2311968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Survival in Current 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1467529" y="2577765"/>
              <a:ext cx="1033272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154" name="rc154"/>
            <p:cNvSpPr/>
            <p:nvPr/>
          </p:nvSpPr>
          <p:spPr>
            <a:xfrm>
              <a:off x="4876800" y="2505341"/>
              <a:ext cx="3962400" cy="41333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rc155"/>
            <p:cNvSpPr/>
            <p:nvPr/>
          </p:nvSpPr>
          <p:spPr>
            <a:xfrm>
              <a:off x="5429929" y="2909513"/>
              <a:ext cx="2549852" cy="3321976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5545831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6009441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6473050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6936660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7400269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7863879" y="2909513"/>
              <a:ext cx="0" cy="3321976"/>
            </a:xfrm>
            <a:custGeom>
              <a:avLst/>
              <a:gdLst/>
              <a:ahLst/>
              <a:cxnLst/>
              <a:rect l="0" t="0" r="0" b="0"/>
              <a:pathLst>
                <a:path h="3321976">
                  <a:moveTo>
                    <a:pt x="0" y="3321976"/>
                  </a:moveTo>
                  <a:lnTo>
                    <a:pt x="0" y="3288639"/>
                  </a:lnTo>
                  <a:lnTo>
                    <a:pt x="0" y="3249418"/>
                  </a:lnTo>
                  <a:lnTo>
                    <a:pt x="0" y="3210198"/>
                  </a:lnTo>
                  <a:lnTo>
                    <a:pt x="0" y="3170977"/>
                  </a:lnTo>
                  <a:lnTo>
                    <a:pt x="0" y="3131757"/>
                  </a:lnTo>
                  <a:lnTo>
                    <a:pt x="0" y="3092536"/>
                  </a:lnTo>
                  <a:lnTo>
                    <a:pt x="0" y="3053316"/>
                  </a:lnTo>
                  <a:lnTo>
                    <a:pt x="0" y="3014095"/>
                  </a:lnTo>
                  <a:lnTo>
                    <a:pt x="0" y="2974875"/>
                  </a:lnTo>
                  <a:lnTo>
                    <a:pt x="0" y="2935654"/>
                  </a:lnTo>
                  <a:lnTo>
                    <a:pt x="0" y="2896434"/>
                  </a:lnTo>
                  <a:lnTo>
                    <a:pt x="0" y="2857213"/>
                  </a:lnTo>
                  <a:lnTo>
                    <a:pt x="0" y="2817993"/>
                  </a:lnTo>
                  <a:lnTo>
                    <a:pt x="0" y="2778772"/>
                  </a:lnTo>
                  <a:lnTo>
                    <a:pt x="0" y="2739552"/>
                  </a:lnTo>
                  <a:lnTo>
                    <a:pt x="0" y="2700331"/>
                  </a:lnTo>
                  <a:lnTo>
                    <a:pt x="0" y="2661111"/>
                  </a:lnTo>
                  <a:lnTo>
                    <a:pt x="0" y="2621890"/>
                  </a:lnTo>
                  <a:lnTo>
                    <a:pt x="0" y="2582670"/>
                  </a:lnTo>
                  <a:lnTo>
                    <a:pt x="0" y="2543449"/>
                  </a:lnTo>
                  <a:lnTo>
                    <a:pt x="0" y="2504229"/>
                  </a:lnTo>
                  <a:lnTo>
                    <a:pt x="0" y="2465008"/>
                  </a:lnTo>
                  <a:lnTo>
                    <a:pt x="0" y="2425788"/>
                  </a:lnTo>
                  <a:lnTo>
                    <a:pt x="0" y="2386567"/>
                  </a:lnTo>
                  <a:lnTo>
                    <a:pt x="0" y="2347347"/>
                  </a:lnTo>
                  <a:lnTo>
                    <a:pt x="0" y="2308126"/>
                  </a:lnTo>
                  <a:lnTo>
                    <a:pt x="0" y="2268906"/>
                  </a:lnTo>
                  <a:lnTo>
                    <a:pt x="0" y="2229685"/>
                  </a:lnTo>
                  <a:lnTo>
                    <a:pt x="0" y="2190465"/>
                  </a:lnTo>
                  <a:lnTo>
                    <a:pt x="0" y="2151244"/>
                  </a:lnTo>
                  <a:lnTo>
                    <a:pt x="0" y="2112024"/>
                  </a:lnTo>
                  <a:lnTo>
                    <a:pt x="0" y="2072803"/>
                  </a:lnTo>
                  <a:lnTo>
                    <a:pt x="0" y="2033583"/>
                  </a:lnTo>
                  <a:lnTo>
                    <a:pt x="0" y="1994362"/>
                  </a:lnTo>
                  <a:lnTo>
                    <a:pt x="0" y="1955142"/>
                  </a:lnTo>
                  <a:lnTo>
                    <a:pt x="0" y="1915921"/>
                  </a:lnTo>
                  <a:lnTo>
                    <a:pt x="0" y="1876701"/>
                  </a:lnTo>
                  <a:lnTo>
                    <a:pt x="0" y="1837480"/>
                  </a:lnTo>
                  <a:lnTo>
                    <a:pt x="0" y="1798260"/>
                  </a:lnTo>
                  <a:lnTo>
                    <a:pt x="0" y="1759039"/>
                  </a:lnTo>
                  <a:lnTo>
                    <a:pt x="0" y="1719819"/>
                  </a:lnTo>
                  <a:lnTo>
                    <a:pt x="0" y="1680598"/>
                  </a:lnTo>
                  <a:lnTo>
                    <a:pt x="0" y="1641378"/>
                  </a:lnTo>
                  <a:lnTo>
                    <a:pt x="0" y="1602157"/>
                  </a:lnTo>
                  <a:lnTo>
                    <a:pt x="0" y="1562937"/>
                  </a:lnTo>
                  <a:lnTo>
                    <a:pt x="0" y="1523716"/>
                  </a:lnTo>
                  <a:lnTo>
                    <a:pt x="0" y="1484496"/>
                  </a:lnTo>
                  <a:lnTo>
                    <a:pt x="0" y="1445275"/>
                  </a:lnTo>
                  <a:lnTo>
                    <a:pt x="0" y="1406055"/>
                  </a:lnTo>
                  <a:lnTo>
                    <a:pt x="0" y="1366834"/>
                  </a:lnTo>
                  <a:lnTo>
                    <a:pt x="0" y="1327614"/>
                  </a:lnTo>
                  <a:lnTo>
                    <a:pt x="0" y="1288393"/>
                  </a:lnTo>
                  <a:lnTo>
                    <a:pt x="0" y="1249173"/>
                  </a:lnTo>
                  <a:lnTo>
                    <a:pt x="0" y="1209952"/>
                  </a:lnTo>
                  <a:lnTo>
                    <a:pt x="0" y="1170732"/>
                  </a:lnTo>
                  <a:lnTo>
                    <a:pt x="0" y="1131511"/>
                  </a:lnTo>
                  <a:lnTo>
                    <a:pt x="0" y="1092291"/>
                  </a:lnTo>
                  <a:lnTo>
                    <a:pt x="0" y="1053070"/>
                  </a:lnTo>
                  <a:lnTo>
                    <a:pt x="0" y="1013850"/>
                  </a:lnTo>
                  <a:lnTo>
                    <a:pt x="0" y="974629"/>
                  </a:lnTo>
                  <a:lnTo>
                    <a:pt x="0" y="935409"/>
                  </a:lnTo>
                  <a:lnTo>
                    <a:pt x="0" y="896188"/>
                  </a:lnTo>
                  <a:lnTo>
                    <a:pt x="0" y="856968"/>
                  </a:lnTo>
                  <a:lnTo>
                    <a:pt x="0" y="817747"/>
                  </a:lnTo>
                  <a:lnTo>
                    <a:pt x="0" y="778527"/>
                  </a:lnTo>
                  <a:lnTo>
                    <a:pt x="0" y="739306"/>
                  </a:lnTo>
                  <a:lnTo>
                    <a:pt x="0" y="700086"/>
                  </a:lnTo>
                  <a:lnTo>
                    <a:pt x="0" y="660865"/>
                  </a:lnTo>
                  <a:lnTo>
                    <a:pt x="0" y="621645"/>
                  </a:lnTo>
                  <a:lnTo>
                    <a:pt x="0" y="582424"/>
                  </a:lnTo>
                  <a:lnTo>
                    <a:pt x="0" y="543204"/>
                  </a:lnTo>
                  <a:lnTo>
                    <a:pt x="0" y="503983"/>
                  </a:lnTo>
                  <a:lnTo>
                    <a:pt x="0" y="464763"/>
                  </a:lnTo>
                  <a:lnTo>
                    <a:pt x="0" y="425542"/>
                  </a:lnTo>
                  <a:lnTo>
                    <a:pt x="0" y="386321"/>
                  </a:lnTo>
                  <a:lnTo>
                    <a:pt x="0" y="347101"/>
                  </a:lnTo>
                  <a:lnTo>
                    <a:pt x="0" y="307880"/>
                  </a:lnTo>
                  <a:lnTo>
                    <a:pt x="0" y="268660"/>
                  </a:lnTo>
                  <a:lnTo>
                    <a:pt x="0" y="229439"/>
                  </a:lnTo>
                  <a:lnTo>
                    <a:pt x="0" y="190219"/>
                  </a:lnTo>
                  <a:lnTo>
                    <a:pt x="0" y="150998"/>
                  </a:lnTo>
                  <a:lnTo>
                    <a:pt x="0" y="111778"/>
                  </a:lnTo>
                  <a:lnTo>
                    <a:pt x="0" y="72557"/>
                  </a:lnTo>
                  <a:lnTo>
                    <a:pt x="0" y="3333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5429929" y="6080491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5429929" y="5649065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5429929" y="5217639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5429929" y="4786214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166"/>
            <p:cNvSpPr/>
            <p:nvPr/>
          </p:nvSpPr>
          <p:spPr>
            <a:xfrm>
              <a:off x="5429929" y="4354788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167"/>
            <p:cNvSpPr/>
            <p:nvPr/>
          </p:nvSpPr>
          <p:spPr>
            <a:xfrm>
              <a:off x="5429929" y="3923363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5429929" y="3491937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169"/>
            <p:cNvSpPr/>
            <p:nvPr/>
          </p:nvSpPr>
          <p:spPr>
            <a:xfrm>
              <a:off x="5429929" y="3060512"/>
              <a:ext cx="2549852" cy="0"/>
            </a:xfrm>
            <a:custGeom>
              <a:avLst/>
              <a:gdLst/>
              <a:ahLst/>
              <a:cxnLst/>
              <a:rect l="0" t="0" r="0" b="0"/>
              <a:pathLst>
                <a:path w="2549852">
                  <a:moveTo>
                    <a:pt x="0" y="0"/>
                  </a:moveTo>
                  <a:lnTo>
                    <a:pt x="12878" y="0"/>
                  </a:lnTo>
                  <a:lnTo>
                    <a:pt x="45658" y="0"/>
                  </a:lnTo>
                  <a:lnTo>
                    <a:pt x="78438" y="0"/>
                  </a:lnTo>
                  <a:lnTo>
                    <a:pt x="111219" y="0"/>
                  </a:lnTo>
                  <a:lnTo>
                    <a:pt x="143999" y="0"/>
                  </a:lnTo>
                  <a:lnTo>
                    <a:pt x="176780" y="0"/>
                  </a:lnTo>
                  <a:lnTo>
                    <a:pt x="209560" y="0"/>
                  </a:lnTo>
                  <a:lnTo>
                    <a:pt x="242341" y="0"/>
                  </a:lnTo>
                  <a:lnTo>
                    <a:pt x="275121" y="0"/>
                  </a:lnTo>
                  <a:lnTo>
                    <a:pt x="307902" y="0"/>
                  </a:lnTo>
                  <a:lnTo>
                    <a:pt x="340682" y="0"/>
                  </a:lnTo>
                  <a:lnTo>
                    <a:pt x="373463" y="0"/>
                  </a:lnTo>
                  <a:lnTo>
                    <a:pt x="406243" y="0"/>
                  </a:lnTo>
                  <a:lnTo>
                    <a:pt x="439024" y="0"/>
                  </a:lnTo>
                  <a:lnTo>
                    <a:pt x="471804" y="0"/>
                  </a:lnTo>
                  <a:lnTo>
                    <a:pt x="504585" y="0"/>
                  </a:lnTo>
                  <a:lnTo>
                    <a:pt x="537365" y="0"/>
                  </a:lnTo>
                  <a:lnTo>
                    <a:pt x="570146" y="0"/>
                  </a:lnTo>
                  <a:lnTo>
                    <a:pt x="602926" y="0"/>
                  </a:lnTo>
                  <a:lnTo>
                    <a:pt x="635707" y="0"/>
                  </a:lnTo>
                  <a:lnTo>
                    <a:pt x="668487" y="0"/>
                  </a:lnTo>
                  <a:lnTo>
                    <a:pt x="701268" y="0"/>
                  </a:lnTo>
                  <a:lnTo>
                    <a:pt x="734048" y="0"/>
                  </a:lnTo>
                  <a:lnTo>
                    <a:pt x="766828" y="0"/>
                  </a:lnTo>
                  <a:lnTo>
                    <a:pt x="799609" y="0"/>
                  </a:lnTo>
                  <a:lnTo>
                    <a:pt x="832389" y="0"/>
                  </a:lnTo>
                  <a:lnTo>
                    <a:pt x="865170" y="0"/>
                  </a:lnTo>
                  <a:lnTo>
                    <a:pt x="897950" y="0"/>
                  </a:lnTo>
                  <a:lnTo>
                    <a:pt x="930731" y="0"/>
                  </a:lnTo>
                  <a:lnTo>
                    <a:pt x="963511" y="0"/>
                  </a:lnTo>
                  <a:lnTo>
                    <a:pt x="996292" y="0"/>
                  </a:lnTo>
                  <a:lnTo>
                    <a:pt x="1029072" y="0"/>
                  </a:lnTo>
                  <a:lnTo>
                    <a:pt x="1061853" y="0"/>
                  </a:lnTo>
                  <a:lnTo>
                    <a:pt x="1094633" y="0"/>
                  </a:lnTo>
                  <a:lnTo>
                    <a:pt x="1127414" y="0"/>
                  </a:lnTo>
                  <a:lnTo>
                    <a:pt x="1160194" y="0"/>
                  </a:lnTo>
                  <a:lnTo>
                    <a:pt x="1192975" y="0"/>
                  </a:lnTo>
                  <a:lnTo>
                    <a:pt x="1225755" y="0"/>
                  </a:lnTo>
                  <a:lnTo>
                    <a:pt x="1258536" y="0"/>
                  </a:lnTo>
                  <a:lnTo>
                    <a:pt x="1291316" y="0"/>
                  </a:lnTo>
                  <a:lnTo>
                    <a:pt x="1324097" y="0"/>
                  </a:lnTo>
                  <a:lnTo>
                    <a:pt x="1356877" y="0"/>
                  </a:lnTo>
                  <a:lnTo>
                    <a:pt x="1389658" y="0"/>
                  </a:lnTo>
                  <a:lnTo>
                    <a:pt x="1422438" y="0"/>
                  </a:lnTo>
                  <a:lnTo>
                    <a:pt x="1455218" y="0"/>
                  </a:lnTo>
                  <a:lnTo>
                    <a:pt x="1487999" y="0"/>
                  </a:lnTo>
                  <a:lnTo>
                    <a:pt x="1520779" y="0"/>
                  </a:lnTo>
                  <a:lnTo>
                    <a:pt x="1553560" y="0"/>
                  </a:lnTo>
                  <a:lnTo>
                    <a:pt x="1586340" y="0"/>
                  </a:lnTo>
                  <a:lnTo>
                    <a:pt x="1619121" y="0"/>
                  </a:lnTo>
                  <a:lnTo>
                    <a:pt x="1651901" y="0"/>
                  </a:lnTo>
                  <a:lnTo>
                    <a:pt x="1684682" y="0"/>
                  </a:lnTo>
                  <a:lnTo>
                    <a:pt x="1717462" y="0"/>
                  </a:lnTo>
                  <a:lnTo>
                    <a:pt x="1750243" y="0"/>
                  </a:lnTo>
                  <a:lnTo>
                    <a:pt x="1783023" y="0"/>
                  </a:lnTo>
                  <a:lnTo>
                    <a:pt x="1815804" y="0"/>
                  </a:lnTo>
                  <a:lnTo>
                    <a:pt x="1848584" y="0"/>
                  </a:lnTo>
                  <a:lnTo>
                    <a:pt x="1881365" y="0"/>
                  </a:lnTo>
                  <a:lnTo>
                    <a:pt x="1914145" y="0"/>
                  </a:lnTo>
                  <a:lnTo>
                    <a:pt x="1946926" y="0"/>
                  </a:lnTo>
                  <a:lnTo>
                    <a:pt x="1979706" y="0"/>
                  </a:lnTo>
                  <a:lnTo>
                    <a:pt x="2012487" y="0"/>
                  </a:lnTo>
                  <a:lnTo>
                    <a:pt x="2045267" y="0"/>
                  </a:lnTo>
                  <a:lnTo>
                    <a:pt x="2078047" y="0"/>
                  </a:lnTo>
                  <a:lnTo>
                    <a:pt x="2110828" y="0"/>
                  </a:lnTo>
                  <a:lnTo>
                    <a:pt x="2143608" y="0"/>
                  </a:lnTo>
                  <a:lnTo>
                    <a:pt x="2176389" y="0"/>
                  </a:lnTo>
                  <a:lnTo>
                    <a:pt x="2209169" y="0"/>
                  </a:lnTo>
                  <a:lnTo>
                    <a:pt x="2241950" y="0"/>
                  </a:lnTo>
                  <a:lnTo>
                    <a:pt x="2274730" y="0"/>
                  </a:lnTo>
                  <a:lnTo>
                    <a:pt x="2307511" y="0"/>
                  </a:lnTo>
                  <a:lnTo>
                    <a:pt x="2340291" y="0"/>
                  </a:lnTo>
                  <a:lnTo>
                    <a:pt x="2373072" y="0"/>
                  </a:lnTo>
                  <a:lnTo>
                    <a:pt x="2405852" y="0"/>
                  </a:lnTo>
                  <a:lnTo>
                    <a:pt x="2438633" y="0"/>
                  </a:lnTo>
                  <a:lnTo>
                    <a:pt x="2471413" y="0"/>
                  </a:lnTo>
                  <a:lnTo>
                    <a:pt x="2504194" y="0"/>
                  </a:lnTo>
                  <a:lnTo>
                    <a:pt x="2536974" y="0"/>
                  </a:lnTo>
                  <a:lnTo>
                    <a:pt x="2549852" y="0"/>
                  </a:lnTo>
                  <a:lnTo>
                    <a:pt x="2549852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h170"/>
            <p:cNvSpPr/>
            <p:nvPr/>
          </p:nvSpPr>
          <p:spPr>
            <a:xfrm>
              <a:off x="6716225" y="3521449"/>
              <a:ext cx="933573" cy="1299059"/>
            </a:xfrm>
            <a:custGeom>
              <a:avLst/>
              <a:gdLst/>
              <a:ahLst/>
              <a:cxnLst/>
              <a:rect l="0" t="0" r="0" b="0"/>
              <a:pathLst>
                <a:path w="933573" h="1299059">
                  <a:moveTo>
                    <a:pt x="914400" y="914400"/>
                  </a:moveTo>
                  <a:lnTo>
                    <a:pt x="903126" y="944818"/>
                  </a:lnTo>
                  <a:lnTo>
                    <a:pt x="887597" y="949958"/>
                  </a:lnTo>
                  <a:lnTo>
                    <a:pt x="872702" y="960091"/>
                  </a:lnTo>
                  <a:lnTo>
                    <a:pt x="867382" y="1056340"/>
                  </a:lnTo>
                  <a:lnTo>
                    <a:pt x="894501" y="1092910"/>
                  </a:lnTo>
                  <a:lnTo>
                    <a:pt x="879606" y="1098029"/>
                  </a:lnTo>
                  <a:lnTo>
                    <a:pt x="865979" y="1108983"/>
                  </a:lnTo>
                  <a:lnTo>
                    <a:pt x="856245" y="1125183"/>
                  </a:lnTo>
                  <a:lnTo>
                    <a:pt x="846284" y="1160047"/>
                  </a:lnTo>
                  <a:lnTo>
                    <a:pt x="808865" y="1179806"/>
                  </a:lnTo>
                  <a:lnTo>
                    <a:pt x="794694" y="1194426"/>
                  </a:lnTo>
                  <a:lnTo>
                    <a:pt x="773800" y="1226951"/>
                  </a:lnTo>
                  <a:lnTo>
                    <a:pt x="762911" y="1274160"/>
                  </a:lnTo>
                  <a:lnTo>
                    <a:pt x="741746" y="1294298"/>
                  </a:lnTo>
                  <a:lnTo>
                    <a:pt x="717977" y="1299059"/>
                  </a:lnTo>
                  <a:lnTo>
                    <a:pt x="731921" y="1260383"/>
                  </a:lnTo>
                  <a:lnTo>
                    <a:pt x="750189" y="1228868"/>
                  </a:lnTo>
                  <a:lnTo>
                    <a:pt x="732623" y="1207255"/>
                  </a:lnTo>
                  <a:lnTo>
                    <a:pt x="722051" y="1173423"/>
                  </a:lnTo>
                  <a:lnTo>
                    <a:pt x="708401" y="1147470"/>
                  </a:lnTo>
                  <a:lnTo>
                    <a:pt x="719267" y="1118484"/>
                  </a:lnTo>
                  <a:lnTo>
                    <a:pt x="713925" y="1070981"/>
                  </a:lnTo>
                  <a:lnTo>
                    <a:pt x="715690" y="1024615"/>
                  </a:lnTo>
                  <a:lnTo>
                    <a:pt x="731536" y="1001211"/>
                  </a:lnTo>
                  <a:lnTo>
                    <a:pt x="749691" y="982126"/>
                  </a:lnTo>
                  <a:lnTo>
                    <a:pt x="777965" y="938246"/>
                  </a:lnTo>
                  <a:lnTo>
                    <a:pt x="808616" y="906437"/>
                  </a:lnTo>
                  <a:lnTo>
                    <a:pt x="851378" y="892133"/>
                  </a:lnTo>
                  <a:lnTo>
                    <a:pt x="870687" y="905320"/>
                  </a:lnTo>
                  <a:lnTo>
                    <a:pt x="879018" y="876397"/>
                  </a:lnTo>
                  <a:lnTo>
                    <a:pt x="892804" y="869803"/>
                  </a:lnTo>
                  <a:lnTo>
                    <a:pt x="905752" y="876481"/>
                  </a:lnTo>
                  <a:lnTo>
                    <a:pt x="933573" y="90411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h171"/>
            <p:cNvSpPr/>
            <p:nvPr/>
          </p:nvSpPr>
          <p:spPr>
            <a:xfrm>
              <a:off x="6132865" y="4199617"/>
              <a:ext cx="1062877" cy="914400"/>
            </a:xfrm>
            <a:custGeom>
              <a:avLst/>
              <a:gdLst/>
              <a:ahLst/>
              <a:cxnLst/>
              <a:rect l="0" t="0" r="0" b="0"/>
              <a:pathLst>
                <a:path w="1062877" h="914400">
                  <a:moveTo>
                    <a:pt x="914400" y="914400"/>
                  </a:moveTo>
                  <a:lnTo>
                    <a:pt x="903851" y="912862"/>
                  </a:lnTo>
                  <a:lnTo>
                    <a:pt x="896810" y="883896"/>
                  </a:lnTo>
                  <a:lnTo>
                    <a:pt x="895158" y="809366"/>
                  </a:lnTo>
                  <a:lnTo>
                    <a:pt x="899368" y="772543"/>
                  </a:lnTo>
                  <a:lnTo>
                    <a:pt x="949917" y="639724"/>
                  </a:lnTo>
                  <a:lnTo>
                    <a:pt x="972487" y="628875"/>
                  </a:lnTo>
                  <a:lnTo>
                    <a:pt x="1004224" y="547477"/>
                  </a:lnTo>
                  <a:lnTo>
                    <a:pt x="1012781" y="511265"/>
                  </a:lnTo>
                  <a:lnTo>
                    <a:pt x="1026544" y="478655"/>
                  </a:lnTo>
                  <a:lnTo>
                    <a:pt x="1034671" y="449501"/>
                  </a:lnTo>
                  <a:lnTo>
                    <a:pt x="1041485" y="437725"/>
                  </a:lnTo>
                  <a:lnTo>
                    <a:pt x="1056289" y="443244"/>
                  </a:lnTo>
                  <a:lnTo>
                    <a:pt x="1062877" y="448616"/>
                  </a:lnTo>
                  <a:lnTo>
                    <a:pt x="1047280" y="465595"/>
                  </a:lnTo>
                  <a:lnTo>
                    <a:pt x="1049091" y="487693"/>
                  </a:lnTo>
                  <a:lnTo>
                    <a:pt x="1048004" y="496856"/>
                  </a:lnTo>
                  <a:lnTo>
                    <a:pt x="1008638" y="592979"/>
                  </a:lnTo>
                  <a:lnTo>
                    <a:pt x="998112" y="655397"/>
                  </a:lnTo>
                  <a:lnTo>
                    <a:pt x="984145" y="670627"/>
                  </a:lnTo>
                  <a:lnTo>
                    <a:pt x="926307" y="8926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h172"/>
            <p:cNvSpPr/>
            <p:nvPr/>
          </p:nvSpPr>
          <p:spPr>
            <a:xfrm>
              <a:off x="4972347" y="3047997"/>
              <a:ext cx="2657508" cy="2451627"/>
            </a:xfrm>
            <a:custGeom>
              <a:avLst/>
              <a:gdLst/>
              <a:ahLst/>
              <a:cxnLst/>
              <a:rect l="0" t="0" r="0" b="0"/>
              <a:pathLst>
                <a:path w="2657508" h="2451627">
                  <a:moveTo>
                    <a:pt x="914400" y="914400"/>
                  </a:moveTo>
                  <a:lnTo>
                    <a:pt x="931287" y="921520"/>
                  </a:lnTo>
                  <a:lnTo>
                    <a:pt x="954286" y="907258"/>
                  </a:lnTo>
                  <a:lnTo>
                    <a:pt x="970381" y="867318"/>
                  </a:lnTo>
                  <a:lnTo>
                    <a:pt x="979572" y="807386"/>
                  </a:lnTo>
                  <a:lnTo>
                    <a:pt x="990302" y="750298"/>
                  </a:lnTo>
                  <a:lnTo>
                    <a:pt x="977603" y="689228"/>
                  </a:lnTo>
                  <a:lnTo>
                    <a:pt x="964043" y="635595"/>
                  </a:lnTo>
                  <a:lnTo>
                    <a:pt x="963092" y="619838"/>
                  </a:lnTo>
                  <a:lnTo>
                    <a:pt x="998678" y="574589"/>
                  </a:lnTo>
                  <a:lnTo>
                    <a:pt x="1009566" y="537787"/>
                  </a:lnTo>
                  <a:lnTo>
                    <a:pt x="1021360" y="502755"/>
                  </a:lnTo>
                  <a:lnTo>
                    <a:pt x="1034377" y="490831"/>
                  </a:lnTo>
                  <a:lnTo>
                    <a:pt x="1053754" y="488114"/>
                  </a:lnTo>
                  <a:lnTo>
                    <a:pt x="1076323" y="481520"/>
                  </a:lnTo>
                  <a:lnTo>
                    <a:pt x="1104778" y="458074"/>
                  </a:lnTo>
                  <a:lnTo>
                    <a:pt x="1130290" y="426665"/>
                  </a:lnTo>
                  <a:lnTo>
                    <a:pt x="1149781" y="397868"/>
                  </a:lnTo>
                  <a:lnTo>
                    <a:pt x="1156391" y="340886"/>
                  </a:lnTo>
                  <a:lnTo>
                    <a:pt x="1156663" y="312257"/>
                  </a:lnTo>
                  <a:lnTo>
                    <a:pt x="1165242" y="291002"/>
                  </a:lnTo>
                  <a:lnTo>
                    <a:pt x="1173550" y="249482"/>
                  </a:lnTo>
                  <a:lnTo>
                    <a:pt x="1165469" y="208530"/>
                  </a:lnTo>
                  <a:lnTo>
                    <a:pt x="1140319" y="146407"/>
                  </a:lnTo>
                  <a:lnTo>
                    <a:pt x="1110030" y="59048"/>
                  </a:lnTo>
                  <a:lnTo>
                    <a:pt x="1105392" y="12514"/>
                  </a:lnTo>
                  <a:lnTo>
                    <a:pt x="2244912" y="12514"/>
                  </a:lnTo>
                  <a:lnTo>
                    <a:pt x="2245466" y="18623"/>
                  </a:lnTo>
                  <a:lnTo>
                    <a:pt x="2243157" y="33284"/>
                  </a:lnTo>
                  <a:lnTo>
                    <a:pt x="2260769" y="93553"/>
                  </a:lnTo>
                  <a:lnTo>
                    <a:pt x="2256671" y="114682"/>
                  </a:lnTo>
                  <a:lnTo>
                    <a:pt x="2254295" y="141604"/>
                  </a:lnTo>
                  <a:lnTo>
                    <a:pt x="2279535" y="167473"/>
                  </a:lnTo>
                  <a:lnTo>
                    <a:pt x="2302059" y="167052"/>
                  </a:lnTo>
                  <a:lnTo>
                    <a:pt x="2324877" y="166651"/>
                  </a:lnTo>
                  <a:lnTo>
                    <a:pt x="2333593" y="173140"/>
                  </a:lnTo>
                  <a:lnTo>
                    <a:pt x="2342331" y="191446"/>
                  </a:lnTo>
                  <a:lnTo>
                    <a:pt x="2349371" y="213059"/>
                  </a:lnTo>
                  <a:lnTo>
                    <a:pt x="2368160" y="211269"/>
                  </a:lnTo>
                  <a:lnTo>
                    <a:pt x="2398154" y="193679"/>
                  </a:lnTo>
                  <a:lnTo>
                    <a:pt x="2417667" y="189487"/>
                  </a:lnTo>
                  <a:lnTo>
                    <a:pt x="2430548" y="223297"/>
                  </a:lnTo>
                  <a:lnTo>
                    <a:pt x="2465590" y="267956"/>
                  </a:lnTo>
                  <a:lnTo>
                    <a:pt x="2485986" y="287969"/>
                  </a:lnTo>
                  <a:lnTo>
                    <a:pt x="2520644" y="298502"/>
                  </a:lnTo>
                  <a:lnTo>
                    <a:pt x="2557157" y="334545"/>
                  </a:lnTo>
                  <a:lnTo>
                    <a:pt x="2552041" y="377982"/>
                  </a:lnTo>
                  <a:lnTo>
                    <a:pt x="2567276" y="392497"/>
                  </a:lnTo>
                  <a:lnTo>
                    <a:pt x="2610355" y="409644"/>
                  </a:lnTo>
                  <a:lnTo>
                    <a:pt x="2625590" y="432774"/>
                  </a:lnTo>
                  <a:lnTo>
                    <a:pt x="2632902" y="452492"/>
                  </a:lnTo>
                  <a:lnTo>
                    <a:pt x="2644243" y="468839"/>
                  </a:lnTo>
                  <a:lnTo>
                    <a:pt x="2657508" y="518238"/>
                  </a:lnTo>
                  <a:lnTo>
                    <a:pt x="2652890" y="548678"/>
                  </a:lnTo>
                  <a:lnTo>
                    <a:pt x="2635527" y="559148"/>
                  </a:lnTo>
                  <a:lnTo>
                    <a:pt x="2594531" y="591757"/>
                  </a:lnTo>
                  <a:lnTo>
                    <a:pt x="2576263" y="616109"/>
                  </a:lnTo>
                  <a:lnTo>
                    <a:pt x="2561934" y="631276"/>
                  </a:lnTo>
                  <a:lnTo>
                    <a:pt x="2521210" y="663802"/>
                  </a:lnTo>
                  <a:lnTo>
                    <a:pt x="2506292" y="669637"/>
                  </a:lnTo>
                  <a:lnTo>
                    <a:pt x="2492008" y="686553"/>
                  </a:lnTo>
                  <a:lnTo>
                    <a:pt x="2478199" y="693947"/>
                  </a:lnTo>
                  <a:lnTo>
                    <a:pt x="2465839" y="689692"/>
                  </a:lnTo>
                  <a:lnTo>
                    <a:pt x="2419637" y="720321"/>
                  </a:lnTo>
                  <a:lnTo>
                    <a:pt x="2423236" y="733403"/>
                  </a:lnTo>
                  <a:lnTo>
                    <a:pt x="2458663" y="738943"/>
                  </a:lnTo>
                  <a:lnTo>
                    <a:pt x="2476728" y="732371"/>
                  </a:lnTo>
                  <a:lnTo>
                    <a:pt x="2490627" y="716972"/>
                  </a:lnTo>
                  <a:lnTo>
                    <a:pt x="2505816" y="713433"/>
                  </a:lnTo>
                  <a:lnTo>
                    <a:pt x="2519670" y="716340"/>
                  </a:lnTo>
                  <a:lnTo>
                    <a:pt x="2534362" y="704206"/>
                  </a:lnTo>
                  <a:lnTo>
                    <a:pt x="2545884" y="699361"/>
                  </a:lnTo>
                  <a:lnTo>
                    <a:pt x="2557791" y="705175"/>
                  </a:lnTo>
                  <a:lnTo>
                    <a:pt x="2571079" y="734267"/>
                  </a:lnTo>
                  <a:lnTo>
                    <a:pt x="2543507" y="749413"/>
                  </a:lnTo>
                  <a:lnTo>
                    <a:pt x="2523949" y="750108"/>
                  </a:lnTo>
                  <a:lnTo>
                    <a:pt x="2514396" y="797822"/>
                  </a:lnTo>
                  <a:lnTo>
                    <a:pt x="2502557" y="818319"/>
                  </a:lnTo>
                  <a:lnTo>
                    <a:pt x="2494068" y="828178"/>
                  </a:lnTo>
                  <a:lnTo>
                    <a:pt x="2450672" y="848485"/>
                  </a:lnTo>
                  <a:lnTo>
                    <a:pt x="2422036" y="874227"/>
                  </a:lnTo>
                  <a:lnTo>
                    <a:pt x="2388284" y="894956"/>
                  </a:lnTo>
                  <a:lnTo>
                    <a:pt x="2373547" y="890448"/>
                  </a:lnTo>
                  <a:lnTo>
                    <a:pt x="2351340" y="911513"/>
                  </a:lnTo>
                  <a:lnTo>
                    <a:pt x="2301991" y="936455"/>
                  </a:lnTo>
                  <a:lnTo>
                    <a:pt x="2276705" y="970055"/>
                  </a:lnTo>
                  <a:lnTo>
                    <a:pt x="2219954" y="1000116"/>
                  </a:lnTo>
                  <a:lnTo>
                    <a:pt x="2191046" y="1024573"/>
                  </a:lnTo>
                  <a:lnTo>
                    <a:pt x="2112518" y="1025858"/>
                  </a:lnTo>
                  <a:lnTo>
                    <a:pt x="2037521" y="1020486"/>
                  </a:lnTo>
                  <a:lnTo>
                    <a:pt x="2013978" y="1032115"/>
                  </a:lnTo>
                  <a:lnTo>
                    <a:pt x="2038042" y="1035717"/>
                  </a:lnTo>
                  <a:lnTo>
                    <a:pt x="2054906" y="1047134"/>
                  </a:lnTo>
                  <a:lnTo>
                    <a:pt x="2075121" y="1042374"/>
                  </a:lnTo>
                  <a:lnTo>
                    <a:pt x="2122637" y="1048082"/>
                  </a:lnTo>
                  <a:lnTo>
                    <a:pt x="2147085" y="1054297"/>
                  </a:lnTo>
                  <a:lnTo>
                    <a:pt x="2178460" y="1094280"/>
                  </a:lnTo>
                  <a:lnTo>
                    <a:pt x="2155393" y="1108499"/>
                  </a:lnTo>
                  <a:lnTo>
                    <a:pt x="2115438" y="1119411"/>
                  </a:lnTo>
                  <a:lnTo>
                    <a:pt x="2130424" y="1176120"/>
                  </a:lnTo>
                  <a:lnTo>
                    <a:pt x="2142784" y="1214354"/>
                  </a:lnTo>
                  <a:lnTo>
                    <a:pt x="2126598" y="1237421"/>
                  </a:lnTo>
                  <a:lnTo>
                    <a:pt x="2125398" y="1342370"/>
                  </a:lnTo>
                  <a:lnTo>
                    <a:pt x="2102693" y="1344372"/>
                  </a:lnTo>
                  <a:lnTo>
                    <a:pt x="2093050" y="1387788"/>
                  </a:lnTo>
                  <a:lnTo>
                    <a:pt x="2100203" y="1409928"/>
                  </a:lnTo>
                  <a:lnTo>
                    <a:pt x="2099637" y="1461349"/>
                  </a:lnTo>
                  <a:lnTo>
                    <a:pt x="2104368" y="1493032"/>
                  </a:lnTo>
                  <a:lnTo>
                    <a:pt x="2115506" y="1522208"/>
                  </a:lnTo>
                  <a:lnTo>
                    <a:pt x="2110548" y="1552627"/>
                  </a:lnTo>
                  <a:lnTo>
                    <a:pt x="2074646" y="1623829"/>
                  </a:lnTo>
                  <a:lnTo>
                    <a:pt x="2075461" y="1657239"/>
                  </a:lnTo>
                  <a:lnTo>
                    <a:pt x="2081912" y="1677083"/>
                  </a:lnTo>
                  <a:lnTo>
                    <a:pt x="2086689" y="1708808"/>
                  </a:lnTo>
                  <a:lnTo>
                    <a:pt x="2070367" y="1769793"/>
                  </a:lnTo>
                  <a:lnTo>
                    <a:pt x="2058845" y="1820751"/>
                  </a:lnTo>
                  <a:lnTo>
                    <a:pt x="2045150" y="1863641"/>
                  </a:lnTo>
                  <a:lnTo>
                    <a:pt x="2014499" y="1915105"/>
                  </a:lnTo>
                  <a:lnTo>
                    <a:pt x="1999241" y="1953571"/>
                  </a:lnTo>
                  <a:lnTo>
                    <a:pt x="1963543" y="2073603"/>
                  </a:lnTo>
                  <a:lnTo>
                    <a:pt x="1945840" y="2097428"/>
                  </a:lnTo>
                  <a:lnTo>
                    <a:pt x="1924131" y="2115734"/>
                  </a:lnTo>
                  <a:lnTo>
                    <a:pt x="1899932" y="2098798"/>
                  </a:lnTo>
                  <a:lnTo>
                    <a:pt x="1877748" y="2089571"/>
                  </a:lnTo>
                  <a:lnTo>
                    <a:pt x="1850651" y="2090687"/>
                  </a:lnTo>
                  <a:lnTo>
                    <a:pt x="1808206" y="2104570"/>
                  </a:lnTo>
                  <a:lnTo>
                    <a:pt x="1744369" y="2095343"/>
                  </a:lnTo>
                  <a:lnTo>
                    <a:pt x="1681981" y="2099788"/>
                  </a:lnTo>
                  <a:lnTo>
                    <a:pt x="1666203" y="2111774"/>
                  </a:lnTo>
                  <a:lnTo>
                    <a:pt x="1675665" y="2155338"/>
                  </a:lnTo>
                  <a:lnTo>
                    <a:pt x="1652666" y="2161047"/>
                  </a:lnTo>
                  <a:lnTo>
                    <a:pt x="1630187" y="2148660"/>
                  </a:lnTo>
                  <a:lnTo>
                    <a:pt x="1610402" y="2163448"/>
                  </a:lnTo>
                  <a:lnTo>
                    <a:pt x="1593877" y="2179669"/>
                  </a:lnTo>
                  <a:lnTo>
                    <a:pt x="1561416" y="2218156"/>
                  </a:lnTo>
                  <a:lnTo>
                    <a:pt x="1550550" y="2241855"/>
                  </a:lnTo>
                  <a:lnTo>
                    <a:pt x="1547743" y="2286493"/>
                  </a:lnTo>
                  <a:lnTo>
                    <a:pt x="1564789" y="2326518"/>
                  </a:lnTo>
                  <a:lnTo>
                    <a:pt x="1579910" y="2373389"/>
                  </a:lnTo>
                  <a:lnTo>
                    <a:pt x="1540974" y="2429950"/>
                  </a:lnTo>
                  <a:lnTo>
                    <a:pt x="1519242" y="2431867"/>
                  </a:lnTo>
                  <a:lnTo>
                    <a:pt x="1455813" y="2416173"/>
                  </a:lnTo>
                  <a:lnTo>
                    <a:pt x="1343397" y="2451627"/>
                  </a:lnTo>
                  <a:lnTo>
                    <a:pt x="1242435" y="2423589"/>
                  </a:lnTo>
                  <a:lnTo>
                    <a:pt x="1255134" y="2393296"/>
                  </a:lnTo>
                  <a:lnTo>
                    <a:pt x="1254704" y="2371030"/>
                  </a:lnTo>
                  <a:lnTo>
                    <a:pt x="1260409" y="2336777"/>
                  </a:lnTo>
                  <a:lnTo>
                    <a:pt x="1263804" y="2301744"/>
                  </a:lnTo>
                  <a:lnTo>
                    <a:pt x="1262854" y="2278298"/>
                  </a:lnTo>
                  <a:lnTo>
                    <a:pt x="1255451" y="2253314"/>
                  </a:lnTo>
                  <a:lnTo>
                    <a:pt x="1230550" y="2220620"/>
                  </a:lnTo>
                  <a:lnTo>
                    <a:pt x="1174455" y="2110278"/>
                  </a:lnTo>
                  <a:lnTo>
                    <a:pt x="1157862" y="2063702"/>
                  </a:lnTo>
                  <a:lnTo>
                    <a:pt x="1146317" y="2044301"/>
                  </a:lnTo>
                  <a:lnTo>
                    <a:pt x="1154625" y="2043247"/>
                  </a:lnTo>
                  <a:lnTo>
                    <a:pt x="1200828" y="2068252"/>
                  </a:lnTo>
                  <a:lnTo>
                    <a:pt x="1211603" y="2065177"/>
                  </a:lnTo>
                  <a:lnTo>
                    <a:pt x="1222922" y="2055781"/>
                  </a:lnTo>
                  <a:lnTo>
                    <a:pt x="1209136" y="2019991"/>
                  </a:lnTo>
                  <a:lnTo>
                    <a:pt x="1197296" y="2003791"/>
                  </a:lnTo>
                  <a:lnTo>
                    <a:pt x="1189260" y="1979566"/>
                  </a:lnTo>
                  <a:lnTo>
                    <a:pt x="1216312" y="1973014"/>
                  </a:lnTo>
                  <a:lnTo>
                    <a:pt x="1235848" y="1974468"/>
                  </a:lnTo>
                  <a:lnTo>
                    <a:pt x="1250245" y="1947209"/>
                  </a:lnTo>
                  <a:lnTo>
                    <a:pt x="1241937" y="1903139"/>
                  </a:lnTo>
                  <a:lnTo>
                    <a:pt x="1220952" y="1889573"/>
                  </a:lnTo>
                  <a:lnTo>
                    <a:pt x="1203431" y="1883675"/>
                  </a:lnTo>
                  <a:lnTo>
                    <a:pt x="1169838" y="1814453"/>
                  </a:lnTo>
                  <a:lnTo>
                    <a:pt x="1134795" y="1778599"/>
                  </a:lnTo>
                  <a:lnTo>
                    <a:pt x="1072294" y="1640303"/>
                  </a:lnTo>
                  <a:lnTo>
                    <a:pt x="1049430" y="1545380"/>
                  </a:lnTo>
                  <a:lnTo>
                    <a:pt x="1028174" y="1554397"/>
                  </a:lnTo>
                  <a:lnTo>
                    <a:pt x="1017851" y="1513045"/>
                  </a:lnTo>
                  <a:lnTo>
                    <a:pt x="1010449" y="1473883"/>
                  </a:lnTo>
                  <a:lnTo>
                    <a:pt x="1008978" y="1445087"/>
                  </a:lnTo>
                  <a:lnTo>
                    <a:pt x="975656" y="1428592"/>
                  </a:lnTo>
                  <a:lnTo>
                    <a:pt x="974297" y="1408411"/>
                  </a:lnTo>
                  <a:lnTo>
                    <a:pt x="968299" y="1318355"/>
                  </a:lnTo>
                  <a:lnTo>
                    <a:pt x="932555" y="1306264"/>
                  </a:lnTo>
                  <a:lnTo>
                    <a:pt x="909442" y="1255727"/>
                  </a:lnTo>
                  <a:lnTo>
                    <a:pt x="905322" y="1160110"/>
                  </a:lnTo>
                  <a:lnTo>
                    <a:pt x="881779" y="1142710"/>
                  </a:lnTo>
                  <a:lnTo>
                    <a:pt x="862832" y="1147534"/>
                  </a:lnTo>
                  <a:lnTo>
                    <a:pt x="863715" y="1123835"/>
                  </a:lnTo>
                  <a:lnTo>
                    <a:pt x="868242" y="1101589"/>
                  </a:lnTo>
                  <a:lnTo>
                    <a:pt x="857173" y="1013450"/>
                  </a:lnTo>
                  <a:lnTo>
                    <a:pt x="853483" y="933001"/>
                  </a:lnTo>
                  <a:lnTo>
                    <a:pt x="844496" y="908712"/>
                  </a:lnTo>
                  <a:lnTo>
                    <a:pt x="839403" y="880273"/>
                  </a:lnTo>
                  <a:lnTo>
                    <a:pt x="843975" y="855710"/>
                  </a:lnTo>
                  <a:lnTo>
                    <a:pt x="850676" y="841596"/>
                  </a:lnTo>
                  <a:lnTo>
                    <a:pt x="873743" y="837889"/>
                  </a:lnTo>
                  <a:lnTo>
                    <a:pt x="895294" y="85960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h173"/>
            <p:cNvSpPr/>
            <p:nvPr/>
          </p:nvSpPr>
          <p:spPr>
            <a:xfrm>
              <a:off x="6749751" y="3500678"/>
              <a:ext cx="959153" cy="914400"/>
            </a:xfrm>
            <a:custGeom>
              <a:avLst/>
              <a:gdLst/>
              <a:ahLst/>
              <a:cxnLst/>
              <a:rect l="0" t="0" r="0" b="0"/>
              <a:pathLst>
                <a:path w="959153" h="914400">
                  <a:moveTo>
                    <a:pt x="914400" y="914400"/>
                  </a:moveTo>
                  <a:lnTo>
                    <a:pt x="902379" y="912356"/>
                  </a:lnTo>
                  <a:lnTo>
                    <a:pt x="891423" y="892491"/>
                  </a:lnTo>
                  <a:lnTo>
                    <a:pt x="913585" y="862157"/>
                  </a:lnTo>
                  <a:lnTo>
                    <a:pt x="947495" y="863800"/>
                  </a:lnTo>
                  <a:lnTo>
                    <a:pt x="959153" y="870119"/>
                  </a:lnTo>
                  <a:lnTo>
                    <a:pt x="918565" y="8874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h174"/>
            <p:cNvSpPr/>
            <p:nvPr/>
          </p:nvSpPr>
          <p:spPr>
            <a:xfrm>
              <a:off x="6572072" y="3000515"/>
              <a:ext cx="940749" cy="914400"/>
            </a:xfrm>
            <a:custGeom>
              <a:avLst/>
              <a:gdLst/>
              <a:ahLst/>
              <a:cxnLst/>
              <a:rect l="0" t="0" r="0" b="0"/>
              <a:pathLst>
                <a:path w="940749" h="914400">
                  <a:moveTo>
                    <a:pt x="914400" y="914400"/>
                  </a:moveTo>
                  <a:lnTo>
                    <a:pt x="909306" y="913093"/>
                  </a:lnTo>
                  <a:lnTo>
                    <a:pt x="915645" y="893060"/>
                  </a:lnTo>
                  <a:lnTo>
                    <a:pt x="920353" y="884402"/>
                  </a:lnTo>
                  <a:lnTo>
                    <a:pt x="935973" y="876313"/>
                  </a:lnTo>
                  <a:lnTo>
                    <a:pt x="940749" y="877724"/>
                  </a:lnTo>
                  <a:lnTo>
                    <a:pt x="924677" y="9102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h175"/>
            <p:cNvSpPr/>
            <p:nvPr/>
          </p:nvSpPr>
          <p:spPr>
            <a:xfrm>
              <a:off x="6618071" y="2820319"/>
              <a:ext cx="944099" cy="914400"/>
            </a:xfrm>
            <a:custGeom>
              <a:avLst/>
              <a:gdLst/>
              <a:ahLst/>
              <a:cxnLst/>
              <a:rect l="0" t="0" r="0" b="0"/>
              <a:pathLst>
                <a:path w="944099" h="914400">
                  <a:moveTo>
                    <a:pt x="914400" y="914400"/>
                  </a:moveTo>
                  <a:lnTo>
                    <a:pt x="908559" y="896894"/>
                  </a:lnTo>
                  <a:lnTo>
                    <a:pt x="910891" y="893460"/>
                  </a:lnTo>
                  <a:lnTo>
                    <a:pt x="914875" y="876186"/>
                  </a:lnTo>
                  <a:lnTo>
                    <a:pt x="926126" y="866707"/>
                  </a:lnTo>
                  <a:lnTo>
                    <a:pt x="944099" y="872394"/>
                  </a:lnTo>
                  <a:lnTo>
                    <a:pt x="943986" y="876713"/>
                  </a:lnTo>
                  <a:lnTo>
                    <a:pt x="926805" y="890701"/>
                  </a:lnTo>
                  <a:lnTo>
                    <a:pt x="920217" y="90011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h176"/>
            <p:cNvSpPr/>
            <p:nvPr/>
          </p:nvSpPr>
          <p:spPr>
            <a:xfrm>
              <a:off x="6931935" y="4978859"/>
              <a:ext cx="931943" cy="915921"/>
            </a:xfrm>
            <a:custGeom>
              <a:avLst/>
              <a:gdLst/>
              <a:ahLst/>
              <a:cxnLst/>
              <a:rect l="0" t="0" r="0" b="0"/>
              <a:pathLst>
                <a:path w="931943" h="915921">
                  <a:moveTo>
                    <a:pt x="914400" y="914400"/>
                  </a:moveTo>
                  <a:lnTo>
                    <a:pt x="849476" y="908754"/>
                  </a:lnTo>
                  <a:lnTo>
                    <a:pt x="840240" y="903530"/>
                  </a:lnTo>
                  <a:lnTo>
                    <a:pt x="875962" y="866580"/>
                  </a:lnTo>
                  <a:lnTo>
                    <a:pt x="899233" y="828178"/>
                  </a:lnTo>
                  <a:lnTo>
                    <a:pt x="918995" y="778062"/>
                  </a:lnTo>
                  <a:lnTo>
                    <a:pt x="921100" y="743346"/>
                  </a:lnTo>
                  <a:lnTo>
                    <a:pt x="926035" y="704206"/>
                  </a:lnTo>
                  <a:lnTo>
                    <a:pt x="931943" y="701289"/>
                  </a:lnTo>
                  <a:lnTo>
                    <a:pt x="931943" y="91592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h177"/>
            <p:cNvSpPr/>
            <p:nvPr/>
          </p:nvSpPr>
          <p:spPr>
            <a:xfrm>
              <a:off x="5724558" y="5158191"/>
              <a:ext cx="2139320" cy="922299"/>
            </a:xfrm>
            <a:custGeom>
              <a:avLst/>
              <a:gdLst/>
              <a:ahLst/>
              <a:cxnLst/>
              <a:rect l="0" t="0" r="0" b="0"/>
              <a:pathLst>
                <a:path w="2139320" h="922299">
                  <a:moveTo>
                    <a:pt x="914400" y="914400"/>
                  </a:moveTo>
                  <a:lnTo>
                    <a:pt x="1047144" y="861946"/>
                  </a:lnTo>
                  <a:lnTo>
                    <a:pt x="1188921" y="812736"/>
                  </a:lnTo>
                  <a:lnTo>
                    <a:pt x="1222016" y="807386"/>
                  </a:lnTo>
                  <a:lnTo>
                    <a:pt x="1255293" y="797021"/>
                  </a:lnTo>
                  <a:lnTo>
                    <a:pt x="1267585" y="778610"/>
                  </a:lnTo>
                  <a:lnTo>
                    <a:pt x="1279854" y="766287"/>
                  </a:lnTo>
                  <a:lnTo>
                    <a:pt x="1299164" y="733824"/>
                  </a:lnTo>
                  <a:lnTo>
                    <a:pt x="1341857" y="683372"/>
                  </a:lnTo>
                  <a:lnTo>
                    <a:pt x="1417353" y="665003"/>
                  </a:lnTo>
                  <a:lnTo>
                    <a:pt x="1445536" y="641072"/>
                  </a:lnTo>
                  <a:lnTo>
                    <a:pt x="1504619" y="607556"/>
                  </a:lnTo>
                  <a:lnTo>
                    <a:pt x="1639310" y="569954"/>
                  </a:lnTo>
                  <a:lnTo>
                    <a:pt x="1695564" y="561696"/>
                  </a:lnTo>
                  <a:lnTo>
                    <a:pt x="1750685" y="560685"/>
                  </a:lnTo>
                  <a:lnTo>
                    <a:pt x="1799763" y="590346"/>
                  </a:lnTo>
                  <a:lnTo>
                    <a:pt x="1851715" y="626958"/>
                  </a:lnTo>
                  <a:lnTo>
                    <a:pt x="1861064" y="649056"/>
                  </a:lnTo>
                  <a:lnTo>
                    <a:pt x="1832949" y="635279"/>
                  </a:lnTo>
                  <a:lnTo>
                    <a:pt x="1791975" y="602395"/>
                  </a:lnTo>
                  <a:lnTo>
                    <a:pt x="1776831" y="601005"/>
                  </a:lnTo>
                  <a:lnTo>
                    <a:pt x="1811805" y="701025"/>
                  </a:lnTo>
                  <a:lnTo>
                    <a:pt x="1830934" y="736394"/>
                  </a:lnTo>
                  <a:lnTo>
                    <a:pt x="1869598" y="762853"/>
                  </a:lnTo>
                  <a:lnTo>
                    <a:pt x="1902015" y="771764"/>
                  </a:lnTo>
                  <a:lnTo>
                    <a:pt x="2001890" y="755733"/>
                  </a:lnTo>
                  <a:lnTo>
                    <a:pt x="2037362" y="734793"/>
                  </a:lnTo>
                  <a:lnTo>
                    <a:pt x="2047617" y="724197"/>
                  </a:lnTo>
                  <a:lnTo>
                    <a:pt x="2056853" y="729422"/>
                  </a:lnTo>
                  <a:lnTo>
                    <a:pt x="2121776" y="735067"/>
                  </a:lnTo>
                  <a:lnTo>
                    <a:pt x="2139320" y="736589"/>
                  </a:lnTo>
                  <a:lnTo>
                    <a:pt x="2139320" y="922299"/>
                  </a:lnTo>
                  <a:lnTo>
                    <a:pt x="899366" y="9222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h178"/>
            <p:cNvSpPr/>
            <p:nvPr/>
          </p:nvSpPr>
          <p:spPr>
            <a:xfrm>
              <a:off x="5167978" y="2192646"/>
              <a:ext cx="977919" cy="1776871"/>
            </a:xfrm>
            <a:custGeom>
              <a:avLst/>
              <a:gdLst/>
              <a:ahLst/>
              <a:cxnLst/>
              <a:rect l="0" t="0" r="0" b="0"/>
              <a:pathLst>
                <a:path w="977919" h="1776871">
                  <a:moveTo>
                    <a:pt x="914400" y="914400"/>
                  </a:moveTo>
                  <a:lnTo>
                    <a:pt x="944688" y="1001759"/>
                  </a:lnTo>
                  <a:lnTo>
                    <a:pt x="969838" y="1063882"/>
                  </a:lnTo>
                  <a:lnTo>
                    <a:pt x="977919" y="1104833"/>
                  </a:lnTo>
                  <a:lnTo>
                    <a:pt x="969612" y="1146354"/>
                  </a:lnTo>
                  <a:lnTo>
                    <a:pt x="961032" y="1167609"/>
                  </a:lnTo>
                  <a:lnTo>
                    <a:pt x="960760" y="1196238"/>
                  </a:lnTo>
                  <a:lnTo>
                    <a:pt x="954150" y="1253220"/>
                  </a:lnTo>
                  <a:lnTo>
                    <a:pt x="934660" y="1282017"/>
                  </a:lnTo>
                  <a:lnTo>
                    <a:pt x="909148" y="1313426"/>
                  </a:lnTo>
                  <a:lnTo>
                    <a:pt x="880693" y="1336872"/>
                  </a:lnTo>
                  <a:lnTo>
                    <a:pt x="858123" y="1343466"/>
                  </a:lnTo>
                  <a:lnTo>
                    <a:pt x="838746" y="1346183"/>
                  </a:lnTo>
                  <a:lnTo>
                    <a:pt x="825730" y="1358106"/>
                  </a:lnTo>
                  <a:lnTo>
                    <a:pt x="813936" y="1393139"/>
                  </a:lnTo>
                  <a:lnTo>
                    <a:pt x="803047" y="1429940"/>
                  </a:lnTo>
                  <a:lnTo>
                    <a:pt x="767462" y="1475190"/>
                  </a:lnTo>
                  <a:lnTo>
                    <a:pt x="768412" y="1490947"/>
                  </a:lnTo>
                  <a:lnTo>
                    <a:pt x="781972" y="1544580"/>
                  </a:lnTo>
                  <a:lnTo>
                    <a:pt x="794671" y="1605649"/>
                  </a:lnTo>
                  <a:lnTo>
                    <a:pt x="783941" y="1662737"/>
                  </a:lnTo>
                  <a:lnTo>
                    <a:pt x="774751" y="1722669"/>
                  </a:lnTo>
                  <a:lnTo>
                    <a:pt x="758656" y="1762610"/>
                  </a:lnTo>
                  <a:lnTo>
                    <a:pt x="735656" y="1776871"/>
                  </a:lnTo>
                  <a:lnTo>
                    <a:pt x="718769" y="1769751"/>
                  </a:lnTo>
                  <a:lnTo>
                    <a:pt x="699663" y="1714959"/>
                  </a:lnTo>
                  <a:lnTo>
                    <a:pt x="699233" y="1702362"/>
                  </a:lnTo>
                  <a:lnTo>
                    <a:pt x="694479" y="1685615"/>
                  </a:lnTo>
                  <a:lnTo>
                    <a:pt x="640286" y="1668931"/>
                  </a:lnTo>
                  <a:lnTo>
                    <a:pt x="630710" y="1669542"/>
                  </a:lnTo>
                  <a:lnTo>
                    <a:pt x="609409" y="1659767"/>
                  </a:lnTo>
                  <a:lnTo>
                    <a:pt x="596913" y="1657008"/>
                  </a:lnTo>
                  <a:lnTo>
                    <a:pt x="571288" y="1651362"/>
                  </a:lnTo>
                  <a:lnTo>
                    <a:pt x="549986" y="1603016"/>
                  </a:lnTo>
                  <a:lnTo>
                    <a:pt x="527349" y="1562802"/>
                  </a:lnTo>
                  <a:lnTo>
                    <a:pt x="524134" y="1545991"/>
                  </a:lnTo>
                  <a:lnTo>
                    <a:pt x="524904" y="1470787"/>
                  </a:lnTo>
                  <a:lnTo>
                    <a:pt x="517977" y="1437334"/>
                  </a:lnTo>
                  <a:lnTo>
                    <a:pt x="515849" y="1400870"/>
                  </a:lnTo>
                  <a:lnTo>
                    <a:pt x="501610" y="1430530"/>
                  </a:lnTo>
                  <a:lnTo>
                    <a:pt x="509873" y="1477423"/>
                  </a:lnTo>
                  <a:lnTo>
                    <a:pt x="492307" y="1497098"/>
                  </a:lnTo>
                  <a:lnTo>
                    <a:pt x="470145" y="1506662"/>
                  </a:lnTo>
                  <a:lnTo>
                    <a:pt x="472227" y="1534131"/>
                  </a:lnTo>
                  <a:lnTo>
                    <a:pt x="481327" y="1539335"/>
                  </a:lnTo>
                  <a:lnTo>
                    <a:pt x="483229" y="1567858"/>
                  </a:lnTo>
                  <a:lnTo>
                    <a:pt x="477841" y="1610073"/>
                  </a:lnTo>
                  <a:lnTo>
                    <a:pt x="434219" y="1703942"/>
                  </a:lnTo>
                  <a:lnTo>
                    <a:pt x="425414" y="1714032"/>
                  </a:lnTo>
                  <a:lnTo>
                    <a:pt x="419437" y="1726714"/>
                  </a:lnTo>
                  <a:lnTo>
                    <a:pt x="397117" y="1718288"/>
                  </a:lnTo>
                  <a:lnTo>
                    <a:pt x="377853" y="1735875"/>
                  </a:lnTo>
                  <a:lnTo>
                    <a:pt x="377853" y="867865"/>
                  </a:lnTo>
                  <a:lnTo>
                    <a:pt x="909761" y="86786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h179"/>
            <p:cNvSpPr/>
            <p:nvPr/>
          </p:nvSpPr>
          <p:spPr>
            <a:xfrm>
              <a:off x="4636570" y="4875342"/>
              <a:ext cx="915939" cy="963828"/>
            </a:xfrm>
            <a:custGeom>
              <a:avLst/>
              <a:gdLst/>
              <a:ahLst/>
              <a:cxnLst/>
              <a:rect l="0" t="0" r="0" b="0"/>
              <a:pathLst>
                <a:path w="915939" h="963828">
                  <a:moveTo>
                    <a:pt x="914400" y="914400"/>
                  </a:moveTo>
                  <a:lnTo>
                    <a:pt x="915939" y="954361"/>
                  </a:lnTo>
                  <a:lnTo>
                    <a:pt x="909261" y="963828"/>
                  </a:lnTo>
                  <a:lnTo>
                    <a:pt x="909261" y="90539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h180"/>
            <p:cNvSpPr/>
            <p:nvPr/>
          </p:nvSpPr>
          <p:spPr>
            <a:xfrm>
              <a:off x="4664685" y="4955370"/>
              <a:ext cx="1127868" cy="1125120"/>
            </a:xfrm>
            <a:custGeom>
              <a:avLst/>
              <a:gdLst/>
              <a:ahLst/>
              <a:cxnLst/>
              <a:rect l="0" t="0" r="0" b="0"/>
              <a:pathLst>
                <a:path w="1127868" h="1125120">
                  <a:moveTo>
                    <a:pt x="914400" y="914400"/>
                  </a:moveTo>
                  <a:lnTo>
                    <a:pt x="920738" y="930894"/>
                  </a:lnTo>
                  <a:lnTo>
                    <a:pt x="930381" y="948694"/>
                  </a:lnTo>
                  <a:lnTo>
                    <a:pt x="964699" y="936013"/>
                  </a:lnTo>
                  <a:lnTo>
                    <a:pt x="1050721" y="988677"/>
                  </a:lnTo>
                  <a:lnTo>
                    <a:pt x="1102741" y="963040"/>
                  </a:lnTo>
                  <a:lnTo>
                    <a:pt x="1116052" y="961545"/>
                  </a:lnTo>
                  <a:lnTo>
                    <a:pt x="1127868" y="1004097"/>
                  </a:lnTo>
                  <a:lnTo>
                    <a:pt x="1114942" y="1046966"/>
                  </a:lnTo>
                  <a:lnTo>
                    <a:pt x="1069079" y="1092700"/>
                  </a:lnTo>
                  <a:lnTo>
                    <a:pt x="1079243" y="1120886"/>
                  </a:lnTo>
                  <a:lnTo>
                    <a:pt x="1089156" y="1125120"/>
                  </a:lnTo>
                  <a:lnTo>
                    <a:pt x="881145" y="1125120"/>
                  </a:lnTo>
                  <a:lnTo>
                    <a:pt x="881145" y="91799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h181"/>
            <p:cNvSpPr/>
            <p:nvPr/>
          </p:nvSpPr>
          <p:spPr>
            <a:xfrm>
              <a:off x="4887412" y="5162130"/>
              <a:ext cx="924134" cy="918360"/>
            </a:xfrm>
            <a:custGeom>
              <a:avLst/>
              <a:gdLst/>
              <a:ahLst/>
              <a:cxnLst/>
              <a:rect l="0" t="0" r="0" b="0"/>
              <a:pathLst>
                <a:path w="924134" h="918360">
                  <a:moveTo>
                    <a:pt x="914400" y="914400"/>
                  </a:moveTo>
                  <a:lnTo>
                    <a:pt x="924134" y="918360"/>
                  </a:lnTo>
                  <a:lnTo>
                    <a:pt x="885778" y="91836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h182"/>
            <p:cNvSpPr/>
            <p:nvPr/>
          </p:nvSpPr>
          <p:spPr>
            <a:xfrm>
              <a:off x="5025635" y="5117113"/>
              <a:ext cx="1407368" cy="963377"/>
            </a:xfrm>
            <a:custGeom>
              <a:avLst/>
              <a:gdLst/>
              <a:ahLst/>
              <a:cxnLst/>
              <a:rect l="0" t="0" r="0" b="0"/>
              <a:pathLst>
                <a:path w="1407368" h="963377">
                  <a:moveTo>
                    <a:pt x="914400" y="914400"/>
                  </a:moveTo>
                  <a:lnTo>
                    <a:pt x="936584" y="900623"/>
                  </a:lnTo>
                  <a:lnTo>
                    <a:pt x="1009612" y="890764"/>
                  </a:lnTo>
                  <a:lnTo>
                    <a:pt x="1022900" y="865927"/>
                  </a:lnTo>
                  <a:lnTo>
                    <a:pt x="1052486" y="840943"/>
                  </a:lnTo>
                  <a:lnTo>
                    <a:pt x="1071547" y="813663"/>
                  </a:lnTo>
                  <a:lnTo>
                    <a:pt x="1117183" y="761736"/>
                  </a:lnTo>
                  <a:lnTo>
                    <a:pt x="1164405" y="771090"/>
                  </a:lnTo>
                  <a:lnTo>
                    <a:pt x="1191977" y="781033"/>
                  </a:lnTo>
                  <a:lnTo>
                    <a:pt x="1222243" y="786046"/>
                  </a:lnTo>
                  <a:lnTo>
                    <a:pt x="1249792" y="841407"/>
                  </a:lnTo>
                  <a:lnTo>
                    <a:pt x="1319469" y="902603"/>
                  </a:lnTo>
                  <a:lnTo>
                    <a:pt x="1383487" y="897273"/>
                  </a:lnTo>
                  <a:lnTo>
                    <a:pt x="1406215" y="955162"/>
                  </a:lnTo>
                  <a:lnTo>
                    <a:pt x="1407368" y="963377"/>
                  </a:lnTo>
                  <a:lnTo>
                    <a:pt x="872046" y="96337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h183"/>
            <p:cNvSpPr/>
            <p:nvPr/>
          </p:nvSpPr>
          <p:spPr>
            <a:xfrm>
              <a:off x="5497032" y="5030006"/>
              <a:ext cx="914400" cy="944418"/>
            </a:xfrm>
            <a:custGeom>
              <a:avLst/>
              <a:gdLst/>
              <a:ahLst/>
              <a:cxnLst/>
              <a:rect l="0" t="0" r="0" b="0"/>
              <a:pathLst>
                <a:path w="914400" h="944418">
                  <a:moveTo>
                    <a:pt x="914400" y="914400"/>
                  </a:moveTo>
                  <a:lnTo>
                    <a:pt x="908174" y="929188"/>
                  </a:lnTo>
                  <a:lnTo>
                    <a:pt x="882119" y="904583"/>
                  </a:lnTo>
                  <a:lnTo>
                    <a:pt x="855950" y="904920"/>
                  </a:lnTo>
                  <a:lnTo>
                    <a:pt x="840308" y="942817"/>
                  </a:lnTo>
                  <a:lnTo>
                    <a:pt x="828672" y="944418"/>
                  </a:lnTo>
                  <a:lnTo>
                    <a:pt x="788265" y="909997"/>
                  </a:lnTo>
                  <a:lnTo>
                    <a:pt x="781791" y="893207"/>
                  </a:lnTo>
                  <a:lnTo>
                    <a:pt x="780455" y="879241"/>
                  </a:lnTo>
                  <a:lnTo>
                    <a:pt x="786228" y="830895"/>
                  </a:lnTo>
                  <a:lnTo>
                    <a:pt x="785164" y="815686"/>
                  </a:lnTo>
                  <a:lnTo>
                    <a:pt x="797863" y="799065"/>
                  </a:lnTo>
                  <a:lnTo>
                    <a:pt x="799833" y="775050"/>
                  </a:lnTo>
                  <a:lnTo>
                    <a:pt x="822289" y="749729"/>
                  </a:lnTo>
                  <a:lnTo>
                    <a:pt x="842210" y="748781"/>
                  </a:lnTo>
                  <a:lnTo>
                    <a:pt x="848548" y="770226"/>
                  </a:lnTo>
                  <a:lnTo>
                    <a:pt x="858078" y="784993"/>
                  </a:lnTo>
                  <a:lnTo>
                    <a:pt x="891649" y="801551"/>
                  </a:lnTo>
                  <a:lnTo>
                    <a:pt x="896652" y="809071"/>
                  </a:lnTo>
                  <a:lnTo>
                    <a:pt x="899685" y="819477"/>
                  </a:lnTo>
                  <a:lnTo>
                    <a:pt x="884066" y="839869"/>
                  </a:lnTo>
                  <a:lnTo>
                    <a:pt x="878769" y="850318"/>
                  </a:lnTo>
                  <a:lnTo>
                    <a:pt x="883726" y="867065"/>
                  </a:lnTo>
                  <a:lnTo>
                    <a:pt x="908604" y="88537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h184"/>
            <p:cNvSpPr/>
            <p:nvPr/>
          </p:nvSpPr>
          <p:spPr>
            <a:xfrm>
              <a:off x="5529086" y="5150439"/>
              <a:ext cx="969391" cy="930051"/>
            </a:xfrm>
            <a:custGeom>
              <a:avLst/>
              <a:gdLst/>
              <a:ahLst/>
              <a:cxnLst/>
              <a:rect l="0" t="0" r="0" b="0"/>
              <a:pathLst>
                <a:path w="969391" h="930051">
                  <a:moveTo>
                    <a:pt x="914400" y="914400"/>
                  </a:moveTo>
                  <a:lnTo>
                    <a:pt x="903896" y="904351"/>
                  </a:lnTo>
                  <a:lnTo>
                    <a:pt x="902334" y="890005"/>
                  </a:lnTo>
                  <a:lnTo>
                    <a:pt x="904032" y="875154"/>
                  </a:lnTo>
                  <a:lnTo>
                    <a:pt x="952973" y="915137"/>
                  </a:lnTo>
                  <a:lnTo>
                    <a:pt x="969391" y="930051"/>
                  </a:lnTo>
                  <a:lnTo>
                    <a:pt x="924839" y="9300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h185"/>
            <p:cNvSpPr/>
            <p:nvPr/>
          </p:nvSpPr>
          <p:spPr>
            <a:xfrm>
              <a:off x="4893208" y="4986611"/>
              <a:ext cx="949985" cy="914400"/>
            </a:xfrm>
            <a:custGeom>
              <a:avLst/>
              <a:gdLst/>
              <a:ahLst/>
              <a:cxnLst/>
              <a:rect l="0" t="0" r="0" b="0"/>
              <a:pathLst>
                <a:path w="949985" h="914400">
                  <a:moveTo>
                    <a:pt x="914400" y="914400"/>
                  </a:moveTo>
                  <a:lnTo>
                    <a:pt x="900817" y="897147"/>
                  </a:lnTo>
                  <a:lnTo>
                    <a:pt x="887144" y="892765"/>
                  </a:lnTo>
                  <a:lnTo>
                    <a:pt x="894501" y="871489"/>
                  </a:lnTo>
                  <a:lnTo>
                    <a:pt x="904122" y="863758"/>
                  </a:lnTo>
                  <a:lnTo>
                    <a:pt x="938576" y="877619"/>
                  </a:lnTo>
                  <a:lnTo>
                    <a:pt x="949397" y="904751"/>
                  </a:lnTo>
                  <a:lnTo>
                    <a:pt x="949985" y="91355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h186"/>
            <p:cNvSpPr/>
            <p:nvPr/>
          </p:nvSpPr>
          <p:spPr>
            <a:xfrm>
              <a:off x="6949479" y="2426076"/>
              <a:ext cx="914400" cy="1030597"/>
            </a:xfrm>
            <a:custGeom>
              <a:avLst/>
              <a:gdLst/>
              <a:ahLst/>
              <a:cxnLst/>
              <a:rect l="0" t="0" r="0" b="0"/>
              <a:pathLst>
                <a:path w="914400" h="1030597">
                  <a:moveTo>
                    <a:pt x="914400" y="914400"/>
                  </a:moveTo>
                  <a:lnTo>
                    <a:pt x="914400" y="1026239"/>
                  </a:lnTo>
                  <a:lnTo>
                    <a:pt x="867993" y="1030597"/>
                  </a:lnTo>
                  <a:lnTo>
                    <a:pt x="855520" y="1023161"/>
                  </a:lnTo>
                  <a:lnTo>
                    <a:pt x="838429" y="965335"/>
                  </a:lnTo>
                  <a:lnTo>
                    <a:pt x="841825" y="950400"/>
                  </a:lnTo>
                  <a:lnTo>
                    <a:pt x="853324" y="944038"/>
                  </a:lnTo>
                  <a:lnTo>
                    <a:pt x="863172" y="942669"/>
                  </a:lnTo>
                  <a:lnTo>
                    <a:pt x="864620" y="973804"/>
                  </a:lnTo>
                  <a:lnTo>
                    <a:pt x="879085" y="970707"/>
                  </a:lnTo>
                  <a:lnTo>
                    <a:pt x="883613" y="950189"/>
                  </a:lnTo>
                  <a:lnTo>
                    <a:pt x="884632" y="935738"/>
                  </a:lnTo>
                  <a:lnTo>
                    <a:pt x="880715" y="928449"/>
                  </a:lnTo>
                  <a:lnTo>
                    <a:pt x="870891" y="922804"/>
                  </a:lnTo>
                  <a:lnTo>
                    <a:pt x="865209" y="913114"/>
                  </a:lnTo>
                  <a:lnTo>
                    <a:pt x="873381" y="897525"/>
                  </a:lnTo>
                  <a:lnTo>
                    <a:pt x="888503" y="890784"/>
                  </a:lnTo>
                  <a:lnTo>
                    <a:pt x="901542" y="911618"/>
                  </a:lnTo>
                  <a:lnTo>
                    <a:pt x="911977" y="91435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h187"/>
            <p:cNvSpPr/>
            <p:nvPr/>
          </p:nvSpPr>
          <p:spPr>
            <a:xfrm>
              <a:off x="6872399" y="2506461"/>
              <a:ext cx="914400" cy="927207"/>
            </a:xfrm>
            <a:custGeom>
              <a:avLst/>
              <a:gdLst/>
              <a:ahLst/>
              <a:cxnLst/>
              <a:rect l="0" t="0" r="0" b="0"/>
              <a:pathLst>
                <a:path w="914400" h="927207">
                  <a:moveTo>
                    <a:pt x="914400" y="914400"/>
                  </a:moveTo>
                  <a:lnTo>
                    <a:pt x="905526" y="911977"/>
                  </a:lnTo>
                  <a:lnTo>
                    <a:pt x="898712" y="915284"/>
                  </a:lnTo>
                  <a:lnTo>
                    <a:pt x="894094" y="927207"/>
                  </a:lnTo>
                  <a:lnTo>
                    <a:pt x="884043" y="922931"/>
                  </a:lnTo>
                  <a:lnTo>
                    <a:pt x="879991" y="905847"/>
                  </a:lnTo>
                  <a:lnTo>
                    <a:pt x="887484" y="880273"/>
                  </a:lnTo>
                  <a:lnTo>
                    <a:pt x="905435" y="879304"/>
                  </a:lnTo>
                  <a:lnTo>
                    <a:pt x="913200" y="9047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h188"/>
            <p:cNvSpPr/>
            <p:nvPr/>
          </p:nvSpPr>
          <p:spPr>
            <a:xfrm>
              <a:off x="5227446" y="4439155"/>
              <a:ext cx="923024" cy="1308012"/>
            </a:xfrm>
            <a:custGeom>
              <a:avLst/>
              <a:gdLst/>
              <a:ahLst/>
              <a:cxnLst/>
              <a:rect l="0" t="0" r="0" b="0"/>
              <a:pathLst>
                <a:path w="923024" h="1308012">
                  <a:moveTo>
                    <a:pt x="914400" y="914400"/>
                  </a:moveTo>
                  <a:lnTo>
                    <a:pt x="908378" y="926976"/>
                  </a:lnTo>
                  <a:lnTo>
                    <a:pt x="899527" y="935255"/>
                  </a:lnTo>
                  <a:lnTo>
                    <a:pt x="876369" y="944039"/>
                  </a:lnTo>
                  <a:lnTo>
                    <a:pt x="856312" y="956299"/>
                  </a:lnTo>
                  <a:lnTo>
                    <a:pt x="838429" y="977849"/>
                  </a:lnTo>
                  <a:lnTo>
                    <a:pt x="831842" y="1008647"/>
                  </a:lnTo>
                  <a:lnTo>
                    <a:pt x="845831" y="1031188"/>
                  </a:lnTo>
                  <a:lnTo>
                    <a:pt x="871276" y="1043532"/>
                  </a:lnTo>
                  <a:lnTo>
                    <a:pt x="877750" y="1086443"/>
                  </a:lnTo>
                  <a:lnTo>
                    <a:pt x="856743" y="1107614"/>
                  </a:lnTo>
                  <a:lnTo>
                    <a:pt x="802843" y="1128743"/>
                  </a:lnTo>
                  <a:lnTo>
                    <a:pt x="797184" y="1179743"/>
                  </a:lnTo>
                  <a:lnTo>
                    <a:pt x="798927" y="1219936"/>
                  </a:lnTo>
                  <a:lnTo>
                    <a:pt x="797954" y="1249155"/>
                  </a:lnTo>
                  <a:lnTo>
                    <a:pt x="793675" y="1289580"/>
                  </a:lnTo>
                  <a:lnTo>
                    <a:pt x="750076" y="1308012"/>
                  </a:lnTo>
                  <a:lnTo>
                    <a:pt x="721938" y="1246437"/>
                  </a:lnTo>
                  <a:lnTo>
                    <a:pt x="721689" y="1221790"/>
                  </a:lnTo>
                  <a:lnTo>
                    <a:pt x="713291" y="1193014"/>
                  </a:lnTo>
                  <a:lnTo>
                    <a:pt x="711706" y="1168494"/>
                  </a:lnTo>
                  <a:lnTo>
                    <a:pt x="701746" y="1129270"/>
                  </a:lnTo>
                  <a:lnTo>
                    <a:pt x="660501" y="1118653"/>
                  </a:lnTo>
                  <a:lnTo>
                    <a:pt x="644496" y="1117262"/>
                  </a:lnTo>
                  <a:lnTo>
                    <a:pt x="622108" y="1124551"/>
                  </a:lnTo>
                  <a:lnTo>
                    <a:pt x="616562" y="1121707"/>
                  </a:lnTo>
                  <a:lnTo>
                    <a:pt x="589760" y="1068137"/>
                  </a:lnTo>
                  <a:lnTo>
                    <a:pt x="594174" y="1009027"/>
                  </a:lnTo>
                  <a:lnTo>
                    <a:pt x="579867" y="979198"/>
                  </a:lnTo>
                  <a:lnTo>
                    <a:pt x="577898" y="965694"/>
                  </a:lnTo>
                  <a:lnTo>
                    <a:pt x="578237" y="950738"/>
                  </a:lnTo>
                  <a:lnTo>
                    <a:pt x="566489" y="938414"/>
                  </a:lnTo>
                  <a:lnTo>
                    <a:pt x="552227" y="931884"/>
                  </a:lnTo>
                  <a:lnTo>
                    <a:pt x="545300" y="898621"/>
                  </a:lnTo>
                  <a:lnTo>
                    <a:pt x="561689" y="890553"/>
                  </a:lnTo>
                  <a:lnTo>
                    <a:pt x="602210" y="894450"/>
                  </a:lnTo>
                  <a:lnTo>
                    <a:pt x="614049" y="892175"/>
                  </a:lnTo>
                  <a:lnTo>
                    <a:pt x="624893" y="885245"/>
                  </a:lnTo>
                  <a:lnTo>
                    <a:pt x="657671" y="830558"/>
                  </a:lnTo>
                  <a:lnTo>
                    <a:pt x="656720" y="818508"/>
                  </a:lnTo>
                  <a:lnTo>
                    <a:pt x="660229" y="802878"/>
                  </a:lnTo>
                  <a:lnTo>
                    <a:pt x="695702" y="797085"/>
                  </a:lnTo>
                  <a:lnTo>
                    <a:pt x="711502" y="818214"/>
                  </a:lnTo>
                  <a:lnTo>
                    <a:pt x="708333" y="852045"/>
                  </a:lnTo>
                  <a:lnTo>
                    <a:pt x="710348" y="895398"/>
                  </a:lnTo>
                  <a:lnTo>
                    <a:pt x="731831" y="907195"/>
                  </a:lnTo>
                  <a:lnTo>
                    <a:pt x="740206" y="908922"/>
                  </a:lnTo>
                  <a:lnTo>
                    <a:pt x="749148" y="876903"/>
                  </a:lnTo>
                  <a:lnTo>
                    <a:pt x="755419" y="861335"/>
                  </a:lnTo>
                  <a:lnTo>
                    <a:pt x="763930" y="852656"/>
                  </a:lnTo>
                  <a:lnTo>
                    <a:pt x="766828" y="823396"/>
                  </a:lnTo>
                  <a:lnTo>
                    <a:pt x="761780" y="805532"/>
                  </a:lnTo>
                  <a:lnTo>
                    <a:pt x="751027" y="792218"/>
                  </a:lnTo>
                  <a:lnTo>
                    <a:pt x="791185" y="755985"/>
                  </a:lnTo>
                  <a:lnTo>
                    <a:pt x="832747" y="727294"/>
                  </a:lnTo>
                  <a:lnTo>
                    <a:pt x="856924" y="725798"/>
                  </a:lnTo>
                  <a:lnTo>
                    <a:pt x="881259" y="732813"/>
                  </a:lnTo>
                  <a:lnTo>
                    <a:pt x="903873" y="742503"/>
                  </a:lnTo>
                  <a:lnTo>
                    <a:pt x="916143" y="750845"/>
                  </a:lnTo>
                  <a:lnTo>
                    <a:pt x="923024" y="764243"/>
                  </a:lnTo>
                  <a:lnTo>
                    <a:pt x="907857" y="796179"/>
                  </a:lnTo>
                  <a:lnTo>
                    <a:pt x="903647" y="813663"/>
                  </a:lnTo>
                  <a:lnTo>
                    <a:pt x="913834" y="87121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h189"/>
            <p:cNvSpPr/>
            <p:nvPr/>
          </p:nvSpPr>
          <p:spPr>
            <a:xfrm>
              <a:off x="4691488" y="3605607"/>
              <a:ext cx="1069034" cy="1675103"/>
            </a:xfrm>
            <a:custGeom>
              <a:avLst/>
              <a:gdLst/>
              <a:ahLst/>
              <a:cxnLst/>
              <a:rect l="0" t="0" r="0" b="0"/>
              <a:pathLst>
                <a:path w="1069034" h="1675103">
                  <a:moveTo>
                    <a:pt x="914400" y="914400"/>
                  </a:moveTo>
                  <a:lnTo>
                    <a:pt x="977965" y="863336"/>
                  </a:lnTo>
                  <a:lnTo>
                    <a:pt x="995735" y="862683"/>
                  </a:lnTo>
                  <a:lnTo>
                    <a:pt x="965831" y="900749"/>
                  </a:lnTo>
                  <a:lnTo>
                    <a:pt x="961032" y="915474"/>
                  </a:lnTo>
                  <a:lnTo>
                    <a:pt x="957410" y="938056"/>
                  </a:lnTo>
                  <a:lnTo>
                    <a:pt x="978848" y="987097"/>
                  </a:lnTo>
                  <a:lnTo>
                    <a:pt x="974320" y="1016947"/>
                  </a:lnTo>
                  <a:lnTo>
                    <a:pt x="975837" y="1075679"/>
                  </a:lnTo>
                  <a:lnTo>
                    <a:pt x="955622" y="1106287"/>
                  </a:lnTo>
                  <a:lnTo>
                    <a:pt x="932804" y="1171401"/>
                  </a:lnTo>
                  <a:lnTo>
                    <a:pt x="922979" y="1180986"/>
                  </a:lnTo>
                  <a:lnTo>
                    <a:pt x="920874" y="1256991"/>
                  </a:lnTo>
                  <a:lnTo>
                    <a:pt x="923115" y="1275129"/>
                  </a:lnTo>
                  <a:lnTo>
                    <a:pt x="919878" y="1344329"/>
                  </a:lnTo>
                  <a:lnTo>
                    <a:pt x="943262" y="1372663"/>
                  </a:lnTo>
                  <a:lnTo>
                    <a:pt x="967982" y="1387472"/>
                  </a:lnTo>
                  <a:lnTo>
                    <a:pt x="1050426" y="1386945"/>
                  </a:lnTo>
                  <a:lnTo>
                    <a:pt x="1058983" y="1399395"/>
                  </a:lnTo>
                  <a:lnTo>
                    <a:pt x="1069034" y="1420798"/>
                  </a:lnTo>
                  <a:lnTo>
                    <a:pt x="1061677" y="1457136"/>
                  </a:lnTo>
                  <a:lnTo>
                    <a:pt x="1052871" y="1484543"/>
                  </a:lnTo>
                  <a:lnTo>
                    <a:pt x="1028989" y="1507631"/>
                  </a:lnTo>
                  <a:lnTo>
                    <a:pt x="998338" y="1524841"/>
                  </a:lnTo>
                  <a:lnTo>
                    <a:pt x="979278" y="1525600"/>
                  </a:lnTo>
                  <a:lnTo>
                    <a:pt x="953313" y="1492885"/>
                  </a:lnTo>
                  <a:lnTo>
                    <a:pt x="940976" y="1503502"/>
                  </a:lnTo>
                  <a:lnTo>
                    <a:pt x="928231" y="1520186"/>
                  </a:lnTo>
                  <a:lnTo>
                    <a:pt x="906884" y="1609715"/>
                  </a:lnTo>
                  <a:lnTo>
                    <a:pt x="896765" y="1670195"/>
                  </a:lnTo>
                  <a:lnTo>
                    <a:pt x="891287" y="1675103"/>
                  </a:lnTo>
                  <a:lnTo>
                    <a:pt x="879221" y="1666192"/>
                  </a:lnTo>
                  <a:lnTo>
                    <a:pt x="858372" y="1665497"/>
                  </a:lnTo>
                  <a:lnTo>
                    <a:pt x="854343" y="1667691"/>
                  </a:lnTo>
                  <a:lnTo>
                    <a:pt x="854343" y="92799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h190"/>
            <p:cNvSpPr/>
            <p:nvPr/>
          </p:nvSpPr>
          <p:spPr>
            <a:xfrm>
              <a:off x="4636909" y="4406166"/>
              <a:ext cx="914400" cy="925121"/>
            </a:xfrm>
            <a:custGeom>
              <a:avLst/>
              <a:gdLst/>
              <a:ahLst/>
              <a:cxnLst/>
              <a:rect l="0" t="0" r="0" b="0"/>
              <a:pathLst>
                <a:path w="914400" h="925121">
                  <a:moveTo>
                    <a:pt x="914400" y="914400"/>
                  </a:moveTo>
                  <a:lnTo>
                    <a:pt x="908921" y="925121"/>
                  </a:lnTo>
                  <a:lnTo>
                    <a:pt x="908921" y="90585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h191"/>
            <p:cNvSpPr/>
            <p:nvPr/>
          </p:nvSpPr>
          <p:spPr>
            <a:xfrm>
              <a:off x="4790638" y="4494095"/>
              <a:ext cx="945096" cy="1133925"/>
            </a:xfrm>
            <a:custGeom>
              <a:avLst/>
              <a:gdLst/>
              <a:ahLst/>
              <a:cxnLst/>
              <a:rect l="0" t="0" r="0" b="0"/>
              <a:pathLst>
                <a:path w="945096" h="1133925">
                  <a:moveTo>
                    <a:pt x="914400" y="914400"/>
                  </a:moveTo>
                  <a:lnTo>
                    <a:pt x="926284" y="962408"/>
                  </a:lnTo>
                  <a:lnTo>
                    <a:pt x="945096" y="1016105"/>
                  </a:lnTo>
                  <a:lnTo>
                    <a:pt x="937240" y="1038582"/>
                  </a:lnTo>
                  <a:lnTo>
                    <a:pt x="942583" y="1067379"/>
                  </a:lnTo>
                  <a:lnTo>
                    <a:pt x="937218" y="1097418"/>
                  </a:lnTo>
                  <a:lnTo>
                    <a:pt x="899799" y="1132345"/>
                  </a:lnTo>
                  <a:lnTo>
                    <a:pt x="857829" y="1133925"/>
                  </a:lnTo>
                  <a:lnTo>
                    <a:pt x="814207" y="1117052"/>
                  </a:lnTo>
                  <a:lnTo>
                    <a:pt x="755192" y="1085941"/>
                  </a:lnTo>
                  <a:lnTo>
                    <a:pt x="755192" y="923383"/>
                  </a:lnTo>
                  <a:lnTo>
                    <a:pt x="821519" y="891438"/>
                  </a:lnTo>
                  <a:lnTo>
                    <a:pt x="837161" y="896557"/>
                  </a:lnTo>
                  <a:lnTo>
                    <a:pt x="853483" y="913220"/>
                  </a:lnTo>
                  <a:lnTo>
                    <a:pt x="872272" y="914210"/>
                  </a:lnTo>
                  <a:lnTo>
                    <a:pt x="899550" y="890574"/>
                  </a:lnTo>
                  <a:lnTo>
                    <a:pt x="904733" y="89188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h192"/>
            <p:cNvSpPr/>
            <p:nvPr/>
          </p:nvSpPr>
          <p:spPr>
            <a:xfrm>
              <a:off x="4988035" y="4808184"/>
              <a:ext cx="967144" cy="1001001"/>
            </a:xfrm>
            <a:custGeom>
              <a:avLst/>
              <a:gdLst/>
              <a:ahLst/>
              <a:cxnLst/>
              <a:rect l="0" t="0" r="0" b="0"/>
              <a:pathLst>
                <a:path w="967144" h="1001001">
                  <a:moveTo>
                    <a:pt x="914400" y="914400"/>
                  </a:moveTo>
                  <a:lnTo>
                    <a:pt x="942153" y="912862"/>
                  </a:lnTo>
                  <a:lnTo>
                    <a:pt x="961032" y="923963"/>
                  </a:lnTo>
                  <a:lnTo>
                    <a:pt x="965537" y="941111"/>
                  </a:lnTo>
                  <a:lnTo>
                    <a:pt x="967144" y="979177"/>
                  </a:lnTo>
                  <a:lnTo>
                    <a:pt x="947314" y="990278"/>
                  </a:lnTo>
                  <a:lnTo>
                    <a:pt x="925424" y="986507"/>
                  </a:lnTo>
                  <a:lnTo>
                    <a:pt x="895633" y="1001001"/>
                  </a:lnTo>
                  <a:lnTo>
                    <a:pt x="797841" y="938773"/>
                  </a:lnTo>
                  <a:lnTo>
                    <a:pt x="799267" y="886888"/>
                  </a:lnTo>
                  <a:lnTo>
                    <a:pt x="803183" y="866517"/>
                  </a:lnTo>
                  <a:lnTo>
                    <a:pt x="849521" y="861672"/>
                  </a:lnTo>
                  <a:lnTo>
                    <a:pt x="873381" y="88762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h193"/>
            <p:cNvSpPr/>
            <p:nvPr/>
          </p:nvSpPr>
          <p:spPr>
            <a:xfrm>
              <a:off x="4791318" y="4844649"/>
              <a:ext cx="974977" cy="914400"/>
            </a:xfrm>
            <a:custGeom>
              <a:avLst/>
              <a:gdLst/>
              <a:ahLst/>
              <a:cxnLst/>
              <a:rect l="0" t="0" r="0" b="0"/>
              <a:pathLst>
                <a:path w="974977" h="914400">
                  <a:moveTo>
                    <a:pt x="914400" y="914400"/>
                  </a:moveTo>
                  <a:lnTo>
                    <a:pt x="900432" y="879452"/>
                  </a:lnTo>
                  <a:lnTo>
                    <a:pt x="898621" y="868518"/>
                  </a:lnTo>
                  <a:lnTo>
                    <a:pt x="915033" y="846147"/>
                  </a:lnTo>
                  <a:lnTo>
                    <a:pt x="925650" y="820805"/>
                  </a:lnTo>
                  <a:lnTo>
                    <a:pt x="953109" y="781896"/>
                  </a:lnTo>
                  <a:lnTo>
                    <a:pt x="968932" y="736310"/>
                  </a:lnTo>
                  <a:lnTo>
                    <a:pt x="974977" y="737026"/>
                  </a:lnTo>
                  <a:lnTo>
                    <a:pt x="967959" y="777620"/>
                  </a:lnTo>
                  <a:lnTo>
                    <a:pt x="931898" y="890848"/>
                  </a:lnTo>
                  <a:lnTo>
                    <a:pt x="924677" y="91195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h194"/>
            <p:cNvSpPr/>
            <p:nvPr/>
          </p:nvSpPr>
          <p:spPr>
            <a:xfrm>
              <a:off x="5213501" y="4755857"/>
              <a:ext cx="923251" cy="939594"/>
            </a:xfrm>
            <a:custGeom>
              <a:avLst/>
              <a:gdLst/>
              <a:ahLst/>
              <a:cxnLst/>
              <a:rect l="0" t="0" r="0" b="0"/>
              <a:pathLst>
                <a:path w="923251" h="939594">
                  <a:moveTo>
                    <a:pt x="914400" y="914400"/>
                  </a:moveTo>
                  <a:lnTo>
                    <a:pt x="878814" y="909681"/>
                  </a:lnTo>
                  <a:lnTo>
                    <a:pt x="838701" y="939594"/>
                  </a:lnTo>
                  <a:lnTo>
                    <a:pt x="823489" y="930136"/>
                  </a:lnTo>
                  <a:lnTo>
                    <a:pt x="829238" y="911029"/>
                  </a:lnTo>
                  <a:lnTo>
                    <a:pt x="833426" y="904077"/>
                  </a:lnTo>
                  <a:lnTo>
                    <a:pt x="846918" y="895967"/>
                  </a:lnTo>
                  <a:lnTo>
                    <a:pt x="855928" y="884107"/>
                  </a:lnTo>
                  <a:lnTo>
                    <a:pt x="859459" y="865548"/>
                  </a:lnTo>
                  <a:lnTo>
                    <a:pt x="867812" y="875554"/>
                  </a:lnTo>
                  <a:lnTo>
                    <a:pt x="892645" y="879746"/>
                  </a:lnTo>
                  <a:lnTo>
                    <a:pt x="904779" y="885666"/>
                  </a:lnTo>
                  <a:lnTo>
                    <a:pt x="914920" y="894366"/>
                  </a:lnTo>
                  <a:lnTo>
                    <a:pt x="923251" y="90797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h195"/>
            <p:cNvSpPr/>
            <p:nvPr/>
          </p:nvSpPr>
          <p:spPr>
            <a:xfrm>
              <a:off x="5227536" y="4495653"/>
              <a:ext cx="936222" cy="914400"/>
            </a:xfrm>
            <a:custGeom>
              <a:avLst/>
              <a:gdLst/>
              <a:ahLst/>
              <a:cxnLst/>
              <a:rect l="0" t="0" r="0" b="0"/>
              <a:pathLst>
                <a:path w="936222" h="914400">
                  <a:moveTo>
                    <a:pt x="914400" y="914400"/>
                  </a:moveTo>
                  <a:lnTo>
                    <a:pt x="909600" y="913430"/>
                  </a:lnTo>
                  <a:lnTo>
                    <a:pt x="902515" y="888257"/>
                  </a:lnTo>
                  <a:lnTo>
                    <a:pt x="914015" y="872942"/>
                  </a:lnTo>
                  <a:lnTo>
                    <a:pt x="920806" y="859945"/>
                  </a:lnTo>
                  <a:lnTo>
                    <a:pt x="925628" y="860324"/>
                  </a:lnTo>
                  <a:lnTo>
                    <a:pt x="932215" y="874375"/>
                  </a:lnTo>
                  <a:lnTo>
                    <a:pt x="936222" y="89605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h196"/>
            <p:cNvSpPr/>
            <p:nvPr/>
          </p:nvSpPr>
          <p:spPr>
            <a:xfrm>
              <a:off x="4728160" y="4804919"/>
              <a:ext cx="934705" cy="914400"/>
            </a:xfrm>
            <a:custGeom>
              <a:avLst/>
              <a:gdLst/>
              <a:ahLst/>
              <a:cxnLst/>
              <a:rect l="0" t="0" r="0" b="0"/>
              <a:pathLst>
                <a:path w="934705" h="914400">
                  <a:moveTo>
                    <a:pt x="914400" y="914400"/>
                  </a:moveTo>
                  <a:lnTo>
                    <a:pt x="896607" y="905004"/>
                  </a:lnTo>
                  <a:lnTo>
                    <a:pt x="867654" y="869614"/>
                  </a:lnTo>
                  <a:lnTo>
                    <a:pt x="864009" y="860219"/>
                  </a:lnTo>
                  <a:lnTo>
                    <a:pt x="879221" y="866222"/>
                  </a:lnTo>
                  <a:lnTo>
                    <a:pt x="898101" y="884718"/>
                  </a:lnTo>
                  <a:lnTo>
                    <a:pt x="913562" y="888657"/>
                  </a:lnTo>
                  <a:lnTo>
                    <a:pt x="934705" y="904309"/>
                  </a:lnTo>
                  <a:lnTo>
                    <a:pt x="929951" y="90991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h197"/>
            <p:cNvSpPr/>
            <p:nvPr/>
          </p:nvSpPr>
          <p:spPr>
            <a:xfrm>
              <a:off x="4631431" y="4787216"/>
              <a:ext cx="928593" cy="914400"/>
            </a:xfrm>
            <a:custGeom>
              <a:avLst/>
              <a:gdLst/>
              <a:ahLst/>
              <a:cxnLst/>
              <a:rect l="0" t="0" r="0" b="0"/>
              <a:pathLst>
                <a:path w="928593" h="914400">
                  <a:moveTo>
                    <a:pt x="914400" y="914400"/>
                  </a:moveTo>
                  <a:lnTo>
                    <a:pt x="914400" y="868358"/>
                  </a:lnTo>
                  <a:lnTo>
                    <a:pt x="927778" y="901578"/>
                  </a:lnTo>
                  <a:lnTo>
                    <a:pt x="928593" y="91086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h198"/>
            <p:cNvSpPr/>
            <p:nvPr/>
          </p:nvSpPr>
          <p:spPr>
            <a:xfrm>
              <a:off x="4768273" y="4404586"/>
              <a:ext cx="930947" cy="914400"/>
            </a:xfrm>
            <a:custGeom>
              <a:avLst/>
              <a:gdLst/>
              <a:ahLst/>
              <a:cxnLst/>
              <a:rect l="0" t="0" r="0" b="0"/>
              <a:pathLst>
                <a:path w="930947" h="914400">
                  <a:moveTo>
                    <a:pt x="914400" y="914400"/>
                  </a:moveTo>
                  <a:lnTo>
                    <a:pt x="899708" y="906331"/>
                  </a:lnTo>
                  <a:lnTo>
                    <a:pt x="898169" y="878419"/>
                  </a:lnTo>
                  <a:lnTo>
                    <a:pt x="903737" y="853351"/>
                  </a:lnTo>
                  <a:lnTo>
                    <a:pt x="897195" y="830937"/>
                  </a:lnTo>
                  <a:lnTo>
                    <a:pt x="904394" y="816528"/>
                  </a:lnTo>
                  <a:lnTo>
                    <a:pt x="925062" y="850086"/>
                  </a:lnTo>
                  <a:lnTo>
                    <a:pt x="930947" y="865864"/>
                  </a:lnTo>
                  <a:lnTo>
                    <a:pt x="922979" y="884718"/>
                  </a:lnTo>
                  <a:lnTo>
                    <a:pt x="918338" y="906647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h199"/>
            <p:cNvSpPr/>
            <p:nvPr/>
          </p:nvSpPr>
          <p:spPr>
            <a:xfrm>
              <a:off x="4865884" y="3772974"/>
              <a:ext cx="952204" cy="914400"/>
            </a:xfrm>
            <a:custGeom>
              <a:avLst/>
              <a:gdLst/>
              <a:ahLst/>
              <a:cxnLst/>
              <a:rect l="0" t="0" r="0" b="0"/>
              <a:pathLst>
                <a:path w="952204" h="914400">
                  <a:moveTo>
                    <a:pt x="914400" y="914400"/>
                  </a:moveTo>
                  <a:lnTo>
                    <a:pt x="882504" y="900096"/>
                  </a:lnTo>
                  <a:lnTo>
                    <a:pt x="896584" y="880105"/>
                  </a:lnTo>
                  <a:lnTo>
                    <a:pt x="931626" y="870899"/>
                  </a:lnTo>
                  <a:lnTo>
                    <a:pt x="952204" y="873932"/>
                  </a:lnTo>
                  <a:lnTo>
                    <a:pt x="929566" y="893776"/>
                  </a:lnTo>
                  <a:lnTo>
                    <a:pt x="923839" y="90428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h200"/>
            <p:cNvSpPr/>
            <p:nvPr/>
          </p:nvSpPr>
          <p:spPr>
            <a:xfrm>
              <a:off x="5802226" y="4732537"/>
              <a:ext cx="934411" cy="914400"/>
            </a:xfrm>
            <a:custGeom>
              <a:avLst/>
              <a:gdLst/>
              <a:ahLst/>
              <a:cxnLst/>
              <a:rect l="0" t="0" r="0" b="0"/>
              <a:pathLst>
                <a:path w="934411" h="914400">
                  <a:moveTo>
                    <a:pt x="914400" y="914400"/>
                  </a:moveTo>
                  <a:lnTo>
                    <a:pt x="876097" y="902308"/>
                  </a:lnTo>
                  <a:lnTo>
                    <a:pt x="829420" y="872416"/>
                  </a:lnTo>
                  <a:lnTo>
                    <a:pt x="836256" y="813832"/>
                  </a:lnTo>
                  <a:lnTo>
                    <a:pt x="848231" y="788511"/>
                  </a:lnTo>
                  <a:lnTo>
                    <a:pt x="933369" y="854173"/>
                  </a:lnTo>
                  <a:lnTo>
                    <a:pt x="934411" y="878925"/>
                  </a:lnTo>
                  <a:lnTo>
                    <a:pt x="922956" y="90709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t201"/>
            <p:cNvSpPr/>
            <p:nvPr/>
          </p:nvSpPr>
          <p:spPr>
            <a:xfrm>
              <a:off x="6159801" y="5264515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t202"/>
            <p:cNvSpPr/>
            <p:nvPr/>
          </p:nvSpPr>
          <p:spPr>
            <a:xfrm>
              <a:off x="7591610" y="3504488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t203"/>
            <p:cNvSpPr/>
            <p:nvPr/>
          </p:nvSpPr>
          <p:spPr>
            <a:xfrm>
              <a:off x="6078558" y="5073989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t204"/>
            <p:cNvSpPr/>
            <p:nvPr/>
          </p:nvSpPr>
          <p:spPr>
            <a:xfrm>
              <a:off x="7047320" y="4427605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t205"/>
            <p:cNvSpPr/>
            <p:nvPr/>
          </p:nvSpPr>
          <p:spPr>
            <a:xfrm>
              <a:off x="6959531" y="4876599"/>
              <a:ext cx="117405" cy="117405"/>
            </a:xfrm>
            <a:prstGeom prst="ellipse">
              <a:avLst/>
            </a:prstGeom>
            <a:solidFill>
              <a:srgbClr val="33105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t206"/>
            <p:cNvSpPr/>
            <p:nvPr/>
          </p:nvSpPr>
          <p:spPr>
            <a:xfrm>
              <a:off x="6178570" y="5419530"/>
              <a:ext cx="117405" cy="117405"/>
            </a:xfrm>
            <a:prstGeom prst="ellipse">
              <a:avLst/>
            </a:prstGeom>
            <a:solidFill>
              <a:srgbClr val="00000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t207"/>
            <p:cNvSpPr/>
            <p:nvPr/>
          </p:nvSpPr>
          <p:spPr>
            <a:xfrm>
              <a:off x="5745741" y="3917599"/>
              <a:ext cx="117405" cy="117405"/>
            </a:xfrm>
            <a:prstGeom prst="ellipse">
              <a:avLst/>
            </a:prstGeom>
            <a:solidFill>
              <a:srgbClr val="5B1776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t208"/>
            <p:cNvSpPr/>
            <p:nvPr/>
          </p:nvSpPr>
          <p:spPr>
            <a:xfrm>
              <a:off x="5850669" y="4273424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g209"/>
            <p:cNvSpPr/>
            <p:nvPr/>
          </p:nvSpPr>
          <p:spPr>
            <a:xfrm>
              <a:off x="6275123" y="5164513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2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tx210"/>
            <p:cNvSpPr/>
            <p:nvPr/>
          </p:nvSpPr>
          <p:spPr>
            <a:xfrm>
              <a:off x="6320843" y="5210233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11" name="pg211"/>
            <p:cNvSpPr/>
            <p:nvPr/>
          </p:nvSpPr>
          <p:spPr>
            <a:xfrm>
              <a:off x="7569779" y="3312164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2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tx212"/>
            <p:cNvSpPr/>
            <p:nvPr/>
          </p:nvSpPr>
          <p:spPr>
            <a:xfrm>
              <a:off x="7615499" y="3357884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13" name="pg213"/>
            <p:cNvSpPr/>
            <p:nvPr/>
          </p:nvSpPr>
          <p:spPr>
            <a:xfrm>
              <a:off x="5812600" y="4881109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2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tx214"/>
            <p:cNvSpPr/>
            <p:nvPr/>
          </p:nvSpPr>
          <p:spPr>
            <a:xfrm>
              <a:off x="5858320" y="4926829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15" name="pg215"/>
            <p:cNvSpPr/>
            <p:nvPr/>
          </p:nvSpPr>
          <p:spPr>
            <a:xfrm>
              <a:off x="6647686" y="4400092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tx216"/>
            <p:cNvSpPr/>
            <p:nvPr/>
          </p:nvSpPr>
          <p:spPr>
            <a:xfrm>
              <a:off x="6693406" y="4445812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17" name="pg217"/>
            <p:cNvSpPr/>
            <p:nvPr/>
          </p:nvSpPr>
          <p:spPr>
            <a:xfrm>
              <a:off x="6959741" y="4683706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2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1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tx218"/>
            <p:cNvSpPr/>
            <p:nvPr/>
          </p:nvSpPr>
          <p:spPr>
            <a:xfrm>
              <a:off x="7005461" y="4729426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19" name="pg219"/>
            <p:cNvSpPr/>
            <p:nvPr/>
          </p:nvSpPr>
          <p:spPr>
            <a:xfrm>
              <a:off x="6163020" y="5537649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2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tx220"/>
            <p:cNvSpPr/>
            <p:nvPr/>
          </p:nvSpPr>
          <p:spPr>
            <a:xfrm>
              <a:off x="6208740" y="5583369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21" name="pg221"/>
            <p:cNvSpPr/>
            <p:nvPr/>
          </p:nvSpPr>
          <p:spPr>
            <a:xfrm>
              <a:off x="5513727" y="4035847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2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tx222"/>
            <p:cNvSpPr/>
            <p:nvPr/>
          </p:nvSpPr>
          <p:spPr>
            <a:xfrm>
              <a:off x="5559447" y="4081567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23" name="pg223"/>
            <p:cNvSpPr/>
            <p:nvPr/>
          </p:nvSpPr>
          <p:spPr>
            <a:xfrm>
              <a:off x="5631148" y="4392032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2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2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5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5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tx224"/>
            <p:cNvSpPr/>
            <p:nvPr/>
          </p:nvSpPr>
          <p:spPr>
            <a:xfrm>
              <a:off x="5676868" y="4437752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25" name="rc225"/>
            <p:cNvSpPr/>
            <p:nvPr/>
          </p:nvSpPr>
          <p:spPr>
            <a:xfrm>
              <a:off x="5429929" y="2909513"/>
              <a:ext cx="2549852" cy="332197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tx226"/>
            <p:cNvSpPr/>
            <p:nvPr/>
          </p:nvSpPr>
          <p:spPr>
            <a:xfrm>
              <a:off x="5117576" y="603980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5241934" y="602132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5286649" y="603980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5117576" y="5608374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5241934" y="5589903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5286649" y="5608374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5117576" y="5177131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241934" y="515866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5286649" y="5177131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5117576" y="474552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5241934" y="472705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5286649" y="474552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5117576" y="431428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5241934" y="429580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5286649" y="431428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5117576" y="388285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5241934" y="386438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5286649" y="388285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5117576" y="345142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5241934" y="343295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5286649" y="345142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5117576" y="3020004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5241934" y="3001533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5286649" y="3020004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250" name="pl250"/>
            <p:cNvSpPr/>
            <p:nvPr/>
          </p:nvSpPr>
          <p:spPr>
            <a:xfrm>
              <a:off x="5395134" y="608049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251"/>
            <p:cNvSpPr/>
            <p:nvPr/>
          </p:nvSpPr>
          <p:spPr>
            <a:xfrm>
              <a:off x="5395134" y="564906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252"/>
            <p:cNvSpPr/>
            <p:nvPr/>
          </p:nvSpPr>
          <p:spPr>
            <a:xfrm>
              <a:off x="5395134" y="521763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253"/>
            <p:cNvSpPr/>
            <p:nvPr/>
          </p:nvSpPr>
          <p:spPr>
            <a:xfrm>
              <a:off x="5395134" y="478621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254"/>
            <p:cNvSpPr/>
            <p:nvPr/>
          </p:nvSpPr>
          <p:spPr>
            <a:xfrm>
              <a:off x="5395134" y="435478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255"/>
            <p:cNvSpPr/>
            <p:nvPr/>
          </p:nvSpPr>
          <p:spPr>
            <a:xfrm>
              <a:off x="5395134" y="392336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256"/>
            <p:cNvSpPr/>
            <p:nvPr/>
          </p:nvSpPr>
          <p:spPr>
            <a:xfrm>
              <a:off x="5395134" y="349193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257"/>
            <p:cNvSpPr/>
            <p:nvPr/>
          </p:nvSpPr>
          <p:spPr>
            <a:xfrm>
              <a:off x="5395134" y="30605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258"/>
            <p:cNvSpPr/>
            <p:nvPr/>
          </p:nvSpPr>
          <p:spPr>
            <a:xfrm>
              <a:off x="5545831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259"/>
            <p:cNvSpPr/>
            <p:nvPr/>
          </p:nvSpPr>
          <p:spPr>
            <a:xfrm>
              <a:off x="6009441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260"/>
            <p:cNvSpPr/>
            <p:nvPr/>
          </p:nvSpPr>
          <p:spPr>
            <a:xfrm>
              <a:off x="6473050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261"/>
            <p:cNvSpPr/>
            <p:nvPr/>
          </p:nvSpPr>
          <p:spPr>
            <a:xfrm>
              <a:off x="6936660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262"/>
            <p:cNvSpPr/>
            <p:nvPr/>
          </p:nvSpPr>
          <p:spPr>
            <a:xfrm>
              <a:off x="7400269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263"/>
            <p:cNvSpPr/>
            <p:nvPr/>
          </p:nvSpPr>
          <p:spPr>
            <a:xfrm>
              <a:off x="7863879" y="6231489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tx264"/>
            <p:cNvSpPr/>
            <p:nvPr/>
          </p:nvSpPr>
          <p:spPr>
            <a:xfrm>
              <a:off x="5424033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5548391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5593106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5887643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6012001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6056715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6351252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6475611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6520325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6814862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6939220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6983934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7278471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7402830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7447544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7742081" y="62944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7866439" y="62760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7911154" y="6294485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6397891" y="6438299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283" name="tx283"/>
            <p:cNvSpPr/>
            <p:nvPr/>
          </p:nvSpPr>
          <p:spPr>
            <a:xfrm rot="-5400000">
              <a:off x="4747735" y="4520483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284" name="rc284"/>
            <p:cNvSpPr/>
            <p:nvPr/>
          </p:nvSpPr>
          <p:spPr>
            <a:xfrm>
              <a:off x="8118960" y="3851958"/>
              <a:ext cx="650650" cy="14370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5" name="tx285"/>
            <p:cNvSpPr/>
            <p:nvPr/>
          </p:nvSpPr>
          <p:spPr>
            <a:xfrm>
              <a:off x="8188549" y="3937049"/>
              <a:ext cx="49688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pic>
          <p:nvPicPr>
            <p:cNvPr id="286" name="pic28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88549" y="4122175"/>
              <a:ext cx="219455" cy="1097280"/>
            </a:xfrm>
            <a:prstGeom prst="rect">
              <a:avLst/>
            </a:prstGeom>
          </p:spPr>
        </p:pic>
        <p:sp>
          <p:nvSpPr>
            <p:cNvPr id="287" name="pl287"/>
            <p:cNvSpPr/>
            <p:nvPr/>
          </p:nvSpPr>
          <p:spPr>
            <a:xfrm>
              <a:off x="8364113" y="52176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l288"/>
            <p:cNvSpPr/>
            <p:nvPr/>
          </p:nvSpPr>
          <p:spPr>
            <a:xfrm>
              <a:off x="8364113" y="49442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l289"/>
            <p:cNvSpPr/>
            <p:nvPr/>
          </p:nvSpPr>
          <p:spPr>
            <a:xfrm>
              <a:off x="8364113" y="46708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l290"/>
            <p:cNvSpPr/>
            <p:nvPr/>
          </p:nvSpPr>
          <p:spPr>
            <a:xfrm>
              <a:off x="8364113" y="43974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l291"/>
            <p:cNvSpPr/>
            <p:nvPr/>
          </p:nvSpPr>
          <p:spPr>
            <a:xfrm>
              <a:off x="8364113" y="41240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l292"/>
            <p:cNvSpPr/>
            <p:nvPr/>
          </p:nvSpPr>
          <p:spPr>
            <a:xfrm>
              <a:off x="8188549" y="521762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l293"/>
            <p:cNvSpPr/>
            <p:nvPr/>
          </p:nvSpPr>
          <p:spPr>
            <a:xfrm>
              <a:off x="8188549" y="494422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l294"/>
            <p:cNvSpPr/>
            <p:nvPr/>
          </p:nvSpPr>
          <p:spPr>
            <a:xfrm>
              <a:off x="8188549" y="4670815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l295"/>
            <p:cNvSpPr/>
            <p:nvPr/>
          </p:nvSpPr>
          <p:spPr>
            <a:xfrm>
              <a:off x="8188549" y="439740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l296"/>
            <p:cNvSpPr/>
            <p:nvPr/>
          </p:nvSpPr>
          <p:spPr>
            <a:xfrm>
              <a:off x="8188549" y="41240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tx297"/>
            <p:cNvSpPr/>
            <p:nvPr/>
          </p:nvSpPr>
          <p:spPr>
            <a:xfrm>
              <a:off x="8477594" y="5177621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8477594" y="4904215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8477594" y="4630810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8477594" y="4357404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8477594" y="4083999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5429929" y="2330877"/>
              <a:ext cx="2210379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Survival in Future 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5429929" y="2577765"/>
              <a:ext cx="1033272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304" name="rc304"/>
            <p:cNvSpPr/>
            <p:nvPr/>
          </p:nvSpPr>
          <p:spPr>
            <a:xfrm>
              <a:off x="8839200" y="2548778"/>
              <a:ext cx="3962399" cy="40464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rc305"/>
            <p:cNvSpPr/>
            <p:nvPr/>
          </p:nvSpPr>
          <p:spPr>
            <a:xfrm>
              <a:off x="9392329" y="2953040"/>
              <a:ext cx="2483101" cy="3235012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6" name="pl306"/>
            <p:cNvSpPr/>
            <p:nvPr/>
          </p:nvSpPr>
          <p:spPr>
            <a:xfrm>
              <a:off x="9505197" y="2953040"/>
              <a:ext cx="0" cy="3235012"/>
            </a:xfrm>
            <a:custGeom>
              <a:avLst/>
              <a:gdLst/>
              <a:ahLst/>
              <a:cxnLst/>
              <a:rect l="0" t="0" r="0" b="0"/>
              <a:pathLst>
                <a:path h="3235012">
                  <a:moveTo>
                    <a:pt x="0" y="3235012"/>
                  </a:moveTo>
                  <a:lnTo>
                    <a:pt x="0" y="3202547"/>
                  </a:lnTo>
                  <a:lnTo>
                    <a:pt x="0" y="3164354"/>
                  </a:lnTo>
                  <a:lnTo>
                    <a:pt x="0" y="3126160"/>
                  </a:lnTo>
                  <a:lnTo>
                    <a:pt x="0" y="3087966"/>
                  </a:lnTo>
                  <a:lnTo>
                    <a:pt x="0" y="3049772"/>
                  </a:lnTo>
                  <a:lnTo>
                    <a:pt x="0" y="3011579"/>
                  </a:lnTo>
                  <a:lnTo>
                    <a:pt x="0" y="2973385"/>
                  </a:lnTo>
                  <a:lnTo>
                    <a:pt x="0" y="2935191"/>
                  </a:lnTo>
                  <a:lnTo>
                    <a:pt x="0" y="2896997"/>
                  </a:lnTo>
                  <a:lnTo>
                    <a:pt x="0" y="2858804"/>
                  </a:lnTo>
                  <a:lnTo>
                    <a:pt x="0" y="2820610"/>
                  </a:lnTo>
                  <a:lnTo>
                    <a:pt x="0" y="2782416"/>
                  </a:lnTo>
                  <a:lnTo>
                    <a:pt x="0" y="2744222"/>
                  </a:lnTo>
                  <a:lnTo>
                    <a:pt x="0" y="2706028"/>
                  </a:lnTo>
                  <a:lnTo>
                    <a:pt x="0" y="2667835"/>
                  </a:lnTo>
                  <a:lnTo>
                    <a:pt x="0" y="2629641"/>
                  </a:lnTo>
                  <a:lnTo>
                    <a:pt x="0" y="2591447"/>
                  </a:lnTo>
                  <a:lnTo>
                    <a:pt x="0" y="2553253"/>
                  </a:lnTo>
                  <a:lnTo>
                    <a:pt x="0" y="2515060"/>
                  </a:lnTo>
                  <a:lnTo>
                    <a:pt x="0" y="2476866"/>
                  </a:lnTo>
                  <a:lnTo>
                    <a:pt x="0" y="2438672"/>
                  </a:lnTo>
                  <a:lnTo>
                    <a:pt x="0" y="2400478"/>
                  </a:lnTo>
                  <a:lnTo>
                    <a:pt x="0" y="2362284"/>
                  </a:lnTo>
                  <a:lnTo>
                    <a:pt x="0" y="2324091"/>
                  </a:lnTo>
                  <a:lnTo>
                    <a:pt x="0" y="2285897"/>
                  </a:lnTo>
                  <a:lnTo>
                    <a:pt x="0" y="2247703"/>
                  </a:lnTo>
                  <a:lnTo>
                    <a:pt x="0" y="2209509"/>
                  </a:lnTo>
                  <a:lnTo>
                    <a:pt x="0" y="2171316"/>
                  </a:lnTo>
                  <a:lnTo>
                    <a:pt x="0" y="2133122"/>
                  </a:lnTo>
                  <a:lnTo>
                    <a:pt x="0" y="2094928"/>
                  </a:lnTo>
                  <a:lnTo>
                    <a:pt x="0" y="2056734"/>
                  </a:lnTo>
                  <a:lnTo>
                    <a:pt x="0" y="2018540"/>
                  </a:lnTo>
                  <a:lnTo>
                    <a:pt x="0" y="1980347"/>
                  </a:lnTo>
                  <a:lnTo>
                    <a:pt x="0" y="1942153"/>
                  </a:lnTo>
                  <a:lnTo>
                    <a:pt x="0" y="1903959"/>
                  </a:lnTo>
                  <a:lnTo>
                    <a:pt x="0" y="1865765"/>
                  </a:lnTo>
                  <a:lnTo>
                    <a:pt x="0" y="1827572"/>
                  </a:lnTo>
                  <a:lnTo>
                    <a:pt x="0" y="1789378"/>
                  </a:lnTo>
                  <a:lnTo>
                    <a:pt x="0" y="1751184"/>
                  </a:lnTo>
                  <a:lnTo>
                    <a:pt x="0" y="1712990"/>
                  </a:lnTo>
                  <a:lnTo>
                    <a:pt x="0" y="1674797"/>
                  </a:lnTo>
                  <a:lnTo>
                    <a:pt x="0" y="1636603"/>
                  </a:lnTo>
                  <a:lnTo>
                    <a:pt x="0" y="1598409"/>
                  </a:lnTo>
                  <a:lnTo>
                    <a:pt x="0" y="1560215"/>
                  </a:lnTo>
                  <a:lnTo>
                    <a:pt x="0" y="1522021"/>
                  </a:lnTo>
                  <a:lnTo>
                    <a:pt x="0" y="1483828"/>
                  </a:lnTo>
                  <a:lnTo>
                    <a:pt x="0" y="1445634"/>
                  </a:lnTo>
                  <a:lnTo>
                    <a:pt x="0" y="1407440"/>
                  </a:lnTo>
                  <a:lnTo>
                    <a:pt x="0" y="1369246"/>
                  </a:lnTo>
                  <a:lnTo>
                    <a:pt x="0" y="1331053"/>
                  </a:lnTo>
                  <a:lnTo>
                    <a:pt x="0" y="1292859"/>
                  </a:lnTo>
                  <a:lnTo>
                    <a:pt x="0" y="1254665"/>
                  </a:lnTo>
                  <a:lnTo>
                    <a:pt x="0" y="1216471"/>
                  </a:lnTo>
                  <a:lnTo>
                    <a:pt x="0" y="1178277"/>
                  </a:lnTo>
                  <a:lnTo>
                    <a:pt x="0" y="1140084"/>
                  </a:lnTo>
                  <a:lnTo>
                    <a:pt x="0" y="1101890"/>
                  </a:lnTo>
                  <a:lnTo>
                    <a:pt x="0" y="1063696"/>
                  </a:lnTo>
                  <a:lnTo>
                    <a:pt x="0" y="1025502"/>
                  </a:lnTo>
                  <a:lnTo>
                    <a:pt x="0" y="987309"/>
                  </a:lnTo>
                  <a:lnTo>
                    <a:pt x="0" y="949115"/>
                  </a:lnTo>
                  <a:lnTo>
                    <a:pt x="0" y="910921"/>
                  </a:lnTo>
                  <a:lnTo>
                    <a:pt x="0" y="872727"/>
                  </a:lnTo>
                  <a:lnTo>
                    <a:pt x="0" y="834533"/>
                  </a:lnTo>
                  <a:lnTo>
                    <a:pt x="0" y="796340"/>
                  </a:lnTo>
                  <a:lnTo>
                    <a:pt x="0" y="758146"/>
                  </a:lnTo>
                  <a:lnTo>
                    <a:pt x="0" y="719952"/>
                  </a:lnTo>
                  <a:lnTo>
                    <a:pt x="0" y="681758"/>
                  </a:lnTo>
                  <a:lnTo>
                    <a:pt x="0" y="643565"/>
                  </a:lnTo>
                  <a:lnTo>
                    <a:pt x="0" y="605371"/>
                  </a:lnTo>
                  <a:lnTo>
                    <a:pt x="0" y="567177"/>
                  </a:lnTo>
                  <a:lnTo>
                    <a:pt x="0" y="528983"/>
                  </a:lnTo>
                  <a:lnTo>
                    <a:pt x="0" y="490789"/>
                  </a:lnTo>
                  <a:lnTo>
                    <a:pt x="0" y="452596"/>
                  </a:lnTo>
                  <a:lnTo>
                    <a:pt x="0" y="414402"/>
                  </a:lnTo>
                  <a:lnTo>
                    <a:pt x="0" y="376208"/>
                  </a:lnTo>
                  <a:lnTo>
                    <a:pt x="0" y="338014"/>
                  </a:lnTo>
                  <a:lnTo>
                    <a:pt x="0" y="299821"/>
                  </a:lnTo>
                  <a:lnTo>
                    <a:pt x="0" y="261627"/>
                  </a:lnTo>
                  <a:lnTo>
                    <a:pt x="0" y="223433"/>
                  </a:lnTo>
                  <a:lnTo>
                    <a:pt x="0" y="185239"/>
                  </a:lnTo>
                  <a:lnTo>
                    <a:pt x="0" y="147046"/>
                  </a:lnTo>
                  <a:lnTo>
                    <a:pt x="0" y="108852"/>
                  </a:lnTo>
                  <a:lnTo>
                    <a:pt x="0" y="70658"/>
                  </a:lnTo>
                  <a:lnTo>
                    <a:pt x="0" y="3246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l307"/>
            <p:cNvSpPr/>
            <p:nvPr/>
          </p:nvSpPr>
          <p:spPr>
            <a:xfrm>
              <a:off x="9956670" y="2953040"/>
              <a:ext cx="0" cy="3235012"/>
            </a:xfrm>
            <a:custGeom>
              <a:avLst/>
              <a:gdLst/>
              <a:ahLst/>
              <a:cxnLst/>
              <a:rect l="0" t="0" r="0" b="0"/>
              <a:pathLst>
                <a:path h="3235012">
                  <a:moveTo>
                    <a:pt x="0" y="3235012"/>
                  </a:moveTo>
                  <a:lnTo>
                    <a:pt x="0" y="3202547"/>
                  </a:lnTo>
                  <a:lnTo>
                    <a:pt x="0" y="3164354"/>
                  </a:lnTo>
                  <a:lnTo>
                    <a:pt x="0" y="3126160"/>
                  </a:lnTo>
                  <a:lnTo>
                    <a:pt x="0" y="3087966"/>
                  </a:lnTo>
                  <a:lnTo>
                    <a:pt x="0" y="3049772"/>
                  </a:lnTo>
                  <a:lnTo>
                    <a:pt x="0" y="3011579"/>
                  </a:lnTo>
                  <a:lnTo>
                    <a:pt x="0" y="2973385"/>
                  </a:lnTo>
                  <a:lnTo>
                    <a:pt x="0" y="2935191"/>
                  </a:lnTo>
                  <a:lnTo>
                    <a:pt x="0" y="2896997"/>
                  </a:lnTo>
                  <a:lnTo>
                    <a:pt x="0" y="2858804"/>
                  </a:lnTo>
                  <a:lnTo>
                    <a:pt x="0" y="2820610"/>
                  </a:lnTo>
                  <a:lnTo>
                    <a:pt x="0" y="2782416"/>
                  </a:lnTo>
                  <a:lnTo>
                    <a:pt x="0" y="2744222"/>
                  </a:lnTo>
                  <a:lnTo>
                    <a:pt x="0" y="2706028"/>
                  </a:lnTo>
                  <a:lnTo>
                    <a:pt x="0" y="2667835"/>
                  </a:lnTo>
                  <a:lnTo>
                    <a:pt x="0" y="2629641"/>
                  </a:lnTo>
                  <a:lnTo>
                    <a:pt x="0" y="2591447"/>
                  </a:lnTo>
                  <a:lnTo>
                    <a:pt x="0" y="2553253"/>
                  </a:lnTo>
                  <a:lnTo>
                    <a:pt x="0" y="2515060"/>
                  </a:lnTo>
                  <a:lnTo>
                    <a:pt x="0" y="2476866"/>
                  </a:lnTo>
                  <a:lnTo>
                    <a:pt x="0" y="2438672"/>
                  </a:lnTo>
                  <a:lnTo>
                    <a:pt x="0" y="2400478"/>
                  </a:lnTo>
                  <a:lnTo>
                    <a:pt x="0" y="2362284"/>
                  </a:lnTo>
                  <a:lnTo>
                    <a:pt x="0" y="2324091"/>
                  </a:lnTo>
                  <a:lnTo>
                    <a:pt x="0" y="2285897"/>
                  </a:lnTo>
                  <a:lnTo>
                    <a:pt x="0" y="2247703"/>
                  </a:lnTo>
                  <a:lnTo>
                    <a:pt x="0" y="2209509"/>
                  </a:lnTo>
                  <a:lnTo>
                    <a:pt x="0" y="2171316"/>
                  </a:lnTo>
                  <a:lnTo>
                    <a:pt x="0" y="2133122"/>
                  </a:lnTo>
                  <a:lnTo>
                    <a:pt x="0" y="2094928"/>
                  </a:lnTo>
                  <a:lnTo>
                    <a:pt x="0" y="2056734"/>
                  </a:lnTo>
                  <a:lnTo>
                    <a:pt x="0" y="2018540"/>
                  </a:lnTo>
                  <a:lnTo>
                    <a:pt x="0" y="1980347"/>
                  </a:lnTo>
                  <a:lnTo>
                    <a:pt x="0" y="1942153"/>
                  </a:lnTo>
                  <a:lnTo>
                    <a:pt x="0" y="1903959"/>
                  </a:lnTo>
                  <a:lnTo>
                    <a:pt x="0" y="1865765"/>
                  </a:lnTo>
                  <a:lnTo>
                    <a:pt x="0" y="1827572"/>
                  </a:lnTo>
                  <a:lnTo>
                    <a:pt x="0" y="1789378"/>
                  </a:lnTo>
                  <a:lnTo>
                    <a:pt x="0" y="1751184"/>
                  </a:lnTo>
                  <a:lnTo>
                    <a:pt x="0" y="1712990"/>
                  </a:lnTo>
                  <a:lnTo>
                    <a:pt x="0" y="1674797"/>
                  </a:lnTo>
                  <a:lnTo>
                    <a:pt x="0" y="1636603"/>
                  </a:lnTo>
                  <a:lnTo>
                    <a:pt x="0" y="1598409"/>
                  </a:lnTo>
                  <a:lnTo>
                    <a:pt x="0" y="1560215"/>
                  </a:lnTo>
                  <a:lnTo>
                    <a:pt x="0" y="1522021"/>
                  </a:lnTo>
                  <a:lnTo>
                    <a:pt x="0" y="1483828"/>
                  </a:lnTo>
                  <a:lnTo>
                    <a:pt x="0" y="1445634"/>
                  </a:lnTo>
                  <a:lnTo>
                    <a:pt x="0" y="1407440"/>
                  </a:lnTo>
                  <a:lnTo>
                    <a:pt x="0" y="1369246"/>
                  </a:lnTo>
                  <a:lnTo>
                    <a:pt x="0" y="1331053"/>
                  </a:lnTo>
                  <a:lnTo>
                    <a:pt x="0" y="1292859"/>
                  </a:lnTo>
                  <a:lnTo>
                    <a:pt x="0" y="1254665"/>
                  </a:lnTo>
                  <a:lnTo>
                    <a:pt x="0" y="1216471"/>
                  </a:lnTo>
                  <a:lnTo>
                    <a:pt x="0" y="1178277"/>
                  </a:lnTo>
                  <a:lnTo>
                    <a:pt x="0" y="1140084"/>
                  </a:lnTo>
                  <a:lnTo>
                    <a:pt x="0" y="1101890"/>
                  </a:lnTo>
                  <a:lnTo>
                    <a:pt x="0" y="1063696"/>
                  </a:lnTo>
                  <a:lnTo>
                    <a:pt x="0" y="1025502"/>
                  </a:lnTo>
                  <a:lnTo>
                    <a:pt x="0" y="987309"/>
                  </a:lnTo>
                  <a:lnTo>
                    <a:pt x="0" y="949115"/>
                  </a:lnTo>
                  <a:lnTo>
                    <a:pt x="0" y="910921"/>
                  </a:lnTo>
                  <a:lnTo>
                    <a:pt x="0" y="872727"/>
                  </a:lnTo>
                  <a:lnTo>
                    <a:pt x="0" y="834533"/>
                  </a:lnTo>
                  <a:lnTo>
                    <a:pt x="0" y="796340"/>
                  </a:lnTo>
                  <a:lnTo>
                    <a:pt x="0" y="758146"/>
                  </a:lnTo>
                  <a:lnTo>
                    <a:pt x="0" y="719952"/>
                  </a:lnTo>
                  <a:lnTo>
                    <a:pt x="0" y="681758"/>
                  </a:lnTo>
                  <a:lnTo>
                    <a:pt x="0" y="643565"/>
                  </a:lnTo>
                  <a:lnTo>
                    <a:pt x="0" y="605371"/>
                  </a:lnTo>
                  <a:lnTo>
                    <a:pt x="0" y="567177"/>
                  </a:lnTo>
                  <a:lnTo>
                    <a:pt x="0" y="528983"/>
                  </a:lnTo>
                  <a:lnTo>
                    <a:pt x="0" y="490789"/>
                  </a:lnTo>
                  <a:lnTo>
                    <a:pt x="0" y="452596"/>
                  </a:lnTo>
                  <a:lnTo>
                    <a:pt x="0" y="414402"/>
                  </a:lnTo>
                  <a:lnTo>
                    <a:pt x="0" y="376208"/>
                  </a:lnTo>
                  <a:lnTo>
                    <a:pt x="0" y="338014"/>
                  </a:lnTo>
                  <a:lnTo>
                    <a:pt x="0" y="299821"/>
                  </a:lnTo>
                  <a:lnTo>
                    <a:pt x="0" y="261627"/>
                  </a:lnTo>
                  <a:lnTo>
                    <a:pt x="0" y="223433"/>
                  </a:lnTo>
                  <a:lnTo>
                    <a:pt x="0" y="185239"/>
                  </a:lnTo>
                  <a:lnTo>
                    <a:pt x="0" y="147046"/>
                  </a:lnTo>
                  <a:lnTo>
                    <a:pt x="0" y="108852"/>
                  </a:lnTo>
                  <a:lnTo>
                    <a:pt x="0" y="70658"/>
                  </a:lnTo>
                  <a:lnTo>
                    <a:pt x="0" y="3246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l308"/>
            <p:cNvSpPr/>
            <p:nvPr/>
          </p:nvSpPr>
          <p:spPr>
            <a:xfrm>
              <a:off x="10408143" y="2953040"/>
              <a:ext cx="0" cy="3235012"/>
            </a:xfrm>
            <a:custGeom>
              <a:avLst/>
              <a:gdLst/>
              <a:ahLst/>
              <a:cxnLst/>
              <a:rect l="0" t="0" r="0" b="0"/>
              <a:pathLst>
                <a:path h="3235012">
                  <a:moveTo>
                    <a:pt x="0" y="3235012"/>
                  </a:moveTo>
                  <a:lnTo>
                    <a:pt x="0" y="3202547"/>
                  </a:lnTo>
                  <a:lnTo>
                    <a:pt x="0" y="3164354"/>
                  </a:lnTo>
                  <a:lnTo>
                    <a:pt x="0" y="3126160"/>
                  </a:lnTo>
                  <a:lnTo>
                    <a:pt x="0" y="3087966"/>
                  </a:lnTo>
                  <a:lnTo>
                    <a:pt x="0" y="3049772"/>
                  </a:lnTo>
                  <a:lnTo>
                    <a:pt x="0" y="3011579"/>
                  </a:lnTo>
                  <a:lnTo>
                    <a:pt x="0" y="2973385"/>
                  </a:lnTo>
                  <a:lnTo>
                    <a:pt x="0" y="2935191"/>
                  </a:lnTo>
                  <a:lnTo>
                    <a:pt x="0" y="2896997"/>
                  </a:lnTo>
                  <a:lnTo>
                    <a:pt x="0" y="2858804"/>
                  </a:lnTo>
                  <a:lnTo>
                    <a:pt x="0" y="2820610"/>
                  </a:lnTo>
                  <a:lnTo>
                    <a:pt x="0" y="2782416"/>
                  </a:lnTo>
                  <a:lnTo>
                    <a:pt x="0" y="2744222"/>
                  </a:lnTo>
                  <a:lnTo>
                    <a:pt x="0" y="2706028"/>
                  </a:lnTo>
                  <a:lnTo>
                    <a:pt x="0" y="2667835"/>
                  </a:lnTo>
                  <a:lnTo>
                    <a:pt x="0" y="2629641"/>
                  </a:lnTo>
                  <a:lnTo>
                    <a:pt x="0" y="2591447"/>
                  </a:lnTo>
                  <a:lnTo>
                    <a:pt x="0" y="2553253"/>
                  </a:lnTo>
                  <a:lnTo>
                    <a:pt x="0" y="2515060"/>
                  </a:lnTo>
                  <a:lnTo>
                    <a:pt x="0" y="2476866"/>
                  </a:lnTo>
                  <a:lnTo>
                    <a:pt x="0" y="2438672"/>
                  </a:lnTo>
                  <a:lnTo>
                    <a:pt x="0" y="2400478"/>
                  </a:lnTo>
                  <a:lnTo>
                    <a:pt x="0" y="2362284"/>
                  </a:lnTo>
                  <a:lnTo>
                    <a:pt x="0" y="2324091"/>
                  </a:lnTo>
                  <a:lnTo>
                    <a:pt x="0" y="2285897"/>
                  </a:lnTo>
                  <a:lnTo>
                    <a:pt x="0" y="2247703"/>
                  </a:lnTo>
                  <a:lnTo>
                    <a:pt x="0" y="2209509"/>
                  </a:lnTo>
                  <a:lnTo>
                    <a:pt x="0" y="2171316"/>
                  </a:lnTo>
                  <a:lnTo>
                    <a:pt x="0" y="2133122"/>
                  </a:lnTo>
                  <a:lnTo>
                    <a:pt x="0" y="2094928"/>
                  </a:lnTo>
                  <a:lnTo>
                    <a:pt x="0" y="2056734"/>
                  </a:lnTo>
                  <a:lnTo>
                    <a:pt x="0" y="2018540"/>
                  </a:lnTo>
                  <a:lnTo>
                    <a:pt x="0" y="1980347"/>
                  </a:lnTo>
                  <a:lnTo>
                    <a:pt x="0" y="1942153"/>
                  </a:lnTo>
                  <a:lnTo>
                    <a:pt x="0" y="1903959"/>
                  </a:lnTo>
                  <a:lnTo>
                    <a:pt x="0" y="1865765"/>
                  </a:lnTo>
                  <a:lnTo>
                    <a:pt x="0" y="1827572"/>
                  </a:lnTo>
                  <a:lnTo>
                    <a:pt x="0" y="1789378"/>
                  </a:lnTo>
                  <a:lnTo>
                    <a:pt x="0" y="1751184"/>
                  </a:lnTo>
                  <a:lnTo>
                    <a:pt x="0" y="1712990"/>
                  </a:lnTo>
                  <a:lnTo>
                    <a:pt x="0" y="1674797"/>
                  </a:lnTo>
                  <a:lnTo>
                    <a:pt x="0" y="1636603"/>
                  </a:lnTo>
                  <a:lnTo>
                    <a:pt x="0" y="1598409"/>
                  </a:lnTo>
                  <a:lnTo>
                    <a:pt x="0" y="1560215"/>
                  </a:lnTo>
                  <a:lnTo>
                    <a:pt x="0" y="1522021"/>
                  </a:lnTo>
                  <a:lnTo>
                    <a:pt x="0" y="1483828"/>
                  </a:lnTo>
                  <a:lnTo>
                    <a:pt x="0" y="1445634"/>
                  </a:lnTo>
                  <a:lnTo>
                    <a:pt x="0" y="1407440"/>
                  </a:lnTo>
                  <a:lnTo>
                    <a:pt x="0" y="1369246"/>
                  </a:lnTo>
                  <a:lnTo>
                    <a:pt x="0" y="1331053"/>
                  </a:lnTo>
                  <a:lnTo>
                    <a:pt x="0" y="1292859"/>
                  </a:lnTo>
                  <a:lnTo>
                    <a:pt x="0" y="1254665"/>
                  </a:lnTo>
                  <a:lnTo>
                    <a:pt x="0" y="1216471"/>
                  </a:lnTo>
                  <a:lnTo>
                    <a:pt x="0" y="1178277"/>
                  </a:lnTo>
                  <a:lnTo>
                    <a:pt x="0" y="1140084"/>
                  </a:lnTo>
                  <a:lnTo>
                    <a:pt x="0" y="1101890"/>
                  </a:lnTo>
                  <a:lnTo>
                    <a:pt x="0" y="1063696"/>
                  </a:lnTo>
                  <a:lnTo>
                    <a:pt x="0" y="1025502"/>
                  </a:lnTo>
                  <a:lnTo>
                    <a:pt x="0" y="987309"/>
                  </a:lnTo>
                  <a:lnTo>
                    <a:pt x="0" y="949115"/>
                  </a:lnTo>
                  <a:lnTo>
                    <a:pt x="0" y="910921"/>
                  </a:lnTo>
                  <a:lnTo>
                    <a:pt x="0" y="872727"/>
                  </a:lnTo>
                  <a:lnTo>
                    <a:pt x="0" y="834533"/>
                  </a:lnTo>
                  <a:lnTo>
                    <a:pt x="0" y="796340"/>
                  </a:lnTo>
                  <a:lnTo>
                    <a:pt x="0" y="758146"/>
                  </a:lnTo>
                  <a:lnTo>
                    <a:pt x="0" y="719952"/>
                  </a:lnTo>
                  <a:lnTo>
                    <a:pt x="0" y="681758"/>
                  </a:lnTo>
                  <a:lnTo>
                    <a:pt x="0" y="643565"/>
                  </a:lnTo>
                  <a:lnTo>
                    <a:pt x="0" y="605371"/>
                  </a:lnTo>
                  <a:lnTo>
                    <a:pt x="0" y="567177"/>
                  </a:lnTo>
                  <a:lnTo>
                    <a:pt x="0" y="528983"/>
                  </a:lnTo>
                  <a:lnTo>
                    <a:pt x="0" y="490789"/>
                  </a:lnTo>
                  <a:lnTo>
                    <a:pt x="0" y="452596"/>
                  </a:lnTo>
                  <a:lnTo>
                    <a:pt x="0" y="414402"/>
                  </a:lnTo>
                  <a:lnTo>
                    <a:pt x="0" y="376208"/>
                  </a:lnTo>
                  <a:lnTo>
                    <a:pt x="0" y="338014"/>
                  </a:lnTo>
                  <a:lnTo>
                    <a:pt x="0" y="299821"/>
                  </a:lnTo>
                  <a:lnTo>
                    <a:pt x="0" y="261627"/>
                  </a:lnTo>
                  <a:lnTo>
                    <a:pt x="0" y="223433"/>
                  </a:lnTo>
                  <a:lnTo>
                    <a:pt x="0" y="185239"/>
                  </a:lnTo>
                  <a:lnTo>
                    <a:pt x="0" y="147046"/>
                  </a:lnTo>
                  <a:lnTo>
                    <a:pt x="0" y="108852"/>
                  </a:lnTo>
                  <a:lnTo>
                    <a:pt x="0" y="70658"/>
                  </a:lnTo>
                  <a:lnTo>
                    <a:pt x="0" y="3246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l309"/>
            <p:cNvSpPr/>
            <p:nvPr/>
          </p:nvSpPr>
          <p:spPr>
            <a:xfrm>
              <a:off x="10859616" y="2953040"/>
              <a:ext cx="0" cy="3235012"/>
            </a:xfrm>
            <a:custGeom>
              <a:avLst/>
              <a:gdLst/>
              <a:ahLst/>
              <a:cxnLst/>
              <a:rect l="0" t="0" r="0" b="0"/>
              <a:pathLst>
                <a:path h="3235012">
                  <a:moveTo>
                    <a:pt x="0" y="3235012"/>
                  </a:moveTo>
                  <a:lnTo>
                    <a:pt x="0" y="3202547"/>
                  </a:lnTo>
                  <a:lnTo>
                    <a:pt x="0" y="3164354"/>
                  </a:lnTo>
                  <a:lnTo>
                    <a:pt x="0" y="3126160"/>
                  </a:lnTo>
                  <a:lnTo>
                    <a:pt x="0" y="3087966"/>
                  </a:lnTo>
                  <a:lnTo>
                    <a:pt x="0" y="3049772"/>
                  </a:lnTo>
                  <a:lnTo>
                    <a:pt x="0" y="3011579"/>
                  </a:lnTo>
                  <a:lnTo>
                    <a:pt x="0" y="2973385"/>
                  </a:lnTo>
                  <a:lnTo>
                    <a:pt x="0" y="2935191"/>
                  </a:lnTo>
                  <a:lnTo>
                    <a:pt x="0" y="2896997"/>
                  </a:lnTo>
                  <a:lnTo>
                    <a:pt x="0" y="2858804"/>
                  </a:lnTo>
                  <a:lnTo>
                    <a:pt x="0" y="2820610"/>
                  </a:lnTo>
                  <a:lnTo>
                    <a:pt x="0" y="2782416"/>
                  </a:lnTo>
                  <a:lnTo>
                    <a:pt x="0" y="2744222"/>
                  </a:lnTo>
                  <a:lnTo>
                    <a:pt x="0" y="2706028"/>
                  </a:lnTo>
                  <a:lnTo>
                    <a:pt x="0" y="2667835"/>
                  </a:lnTo>
                  <a:lnTo>
                    <a:pt x="0" y="2629641"/>
                  </a:lnTo>
                  <a:lnTo>
                    <a:pt x="0" y="2591447"/>
                  </a:lnTo>
                  <a:lnTo>
                    <a:pt x="0" y="2553253"/>
                  </a:lnTo>
                  <a:lnTo>
                    <a:pt x="0" y="2515060"/>
                  </a:lnTo>
                  <a:lnTo>
                    <a:pt x="0" y="2476866"/>
                  </a:lnTo>
                  <a:lnTo>
                    <a:pt x="0" y="2438672"/>
                  </a:lnTo>
                  <a:lnTo>
                    <a:pt x="0" y="2400478"/>
                  </a:lnTo>
                  <a:lnTo>
                    <a:pt x="0" y="2362284"/>
                  </a:lnTo>
                  <a:lnTo>
                    <a:pt x="0" y="2324091"/>
                  </a:lnTo>
                  <a:lnTo>
                    <a:pt x="0" y="2285897"/>
                  </a:lnTo>
                  <a:lnTo>
                    <a:pt x="0" y="2247703"/>
                  </a:lnTo>
                  <a:lnTo>
                    <a:pt x="0" y="2209509"/>
                  </a:lnTo>
                  <a:lnTo>
                    <a:pt x="0" y="2171316"/>
                  </a:lnTo>
                  <a:lnTo>
                    <a:pt x="0" y="2133122"/>
                  </a:lnTo>
                  <a:lnTo>
                    <a:pt x="0" y="2094928"/>
                  </a:lnTo>
                  <a:lnTo>
                    <a:pt x="0" y="2056734"/>
                  </a:lnTo>
                  <a:lnTo>
                    <a:pt x="0" y="2018540"/>
                  </a:lnTo>
                  <a:lnTo>
                    <a:pt x="0" y="1980347"/>
                  </a:lnTo>
                  <a:lnTo>
                    <a:pt x="0" y="1942153"/>
                  </a:lnTo>
                  <a:lnTo>
                    <a:pt x="0" y="1903959"/>
                  </a:lnTo>
                  <a:lnTo>
                    <a:pt x="0" y="1865765"/>
                  </a:lnTo>
                  <a:lnTo>
                    <a:pt x="0" y="1827572"/>
                  </a:lnTo>
                  <a:lnTo>
                    <a:pt x="0" y="1789378"/>
                  </a:lnTo>
                  <a:lnTo>
                    <a:pt x="0" y="1751184"/>
                  </a:lnTo>
                  <a:lnTo>
                    <a:pt x="0" y="1712990"/>
                  </a:lnTo>
                  <a:lnTo>
                    <a:pt x="0" y="1674797"/>
                  </a:lnTo>
                  <a:lnTo>
                    <a:pt x="0" y="1636603"/>
                  </a:lnTo>
                  <a:lnTo>
                    <a:pt x="0" y="1598409"/>
                  </a:lnTo>
                  <a:lnTo>
                    <a:pt x="0" y="1560215"/>
                  </a:lnTo>
                  <a:lnTo>
                    <a:pt x="0" y="1522021"/>
                  </a:lnTo>
                  <a:lnTo>
                    <a:pt x="0" y="1483828"/>
                  </a:lnTo>
                  <a:lnTo>
                    <a:pt x="0" y="1445634"/>
                  </a:lnTo>
                  <a:lnTo>
                    <a:pt x="0" y="1407440"/>
                  </a:lnTo>
                  <a:lnTo>
                    <a:pt x="0" y="1369246"/>
                  </a:lnTo>
                  <a:lnTo>
                    <a:pt x="0" y="1331053"/>
                  </a:lnTo>
                  <a:lnTo>
                    <a:pt x="0" y="1292859"/>
                  </a:lnTo>
                  <a:lnTo>
                    <a:pt x="0" y="1254665"/>
                  </a:lnTo>
                  <a:lnTo>
                    <a:pt x="0" y="1216471"/>
                  </a:lnTo>
                  <a:lnTo>
                    <a:pt x="0" y="1178277"/>
                  </a:lnTo>
                  <a:lnTo>
                    <a:pt x="0" y="1140084"/>
                  </a:lnTo>
                  <a:lnTo>
                    <a:pt x="0" y="1101890"/>
                  </a:lnTo>
                  <a:lnTo>
                    <a:pt x="0" y="1063696"/>
                  </a:lnTo>
                  <a:lnTo>
                    <a:pt x="0" y="1025502"/>
                  </a:lnTo>
                  <a:lnTo>
                    <a:pt x="0" y="987309"/>
                  </a:lnTo>
                  <a:lnTo>
                    <a:pt x="0" y="949115"/>
                  </a:lnTo>
                  <a:lnTo>
                    <a:pt x="0" y="910921"/>
                  </a:lnTo>
                  <a:lnTo>
                    <a:pt x="0" y="872727"/>
                  </a:lnTo>
                  <a:lnTo>
                    <a:pt x="0" y="834533"/>
                  </a:lnTo>
                  <a:lnTo>
                    <a:pt x="0" y="796340"/>
                  </a:lnTo>
                  <a:lnTo>
                    <a:pt x="0" y="758146"/>
                  </a:lnTo>
                  <a:lnTo>
                    <a:pt x="0" y="719952"/>
                  </a:lnTo>
                  <a:lnTo>
                    <a:pt x="0" y="681758"/>
                  </a:lnTo>
                  <a:lnTo>
                    <a:pt x="0" y="643565"/>
                  </a:lnTo>
                  <a:lnTo>
                    <a:pt x="0" y="605371"/>
                  </a:lnTo>
                  <a:lnTo>
                    <a:pt x="0" y="567177"/>
                  </a:lnTo>
                  <a:lnTo>
                    <a:pt x="0" y="528983"/>
                  </a:lnTo>
                  <a:lnTo>
                    <a:pt x="0" y="490789"/>
                  </a:lnTo>
                  <a:lnTo>
                    <a:pt x="0" y="452596"/>
                  </a:lnTo>
                  <a:lnTo>
                    <a:pt x="0" y="414402"/>
                  </a:lnTo>
                  <a:lnTo>
                    <a:pt x="0" y="376208"/>
                  </a:lnTo>
                  <a:lnTo>
                    <a:pt x="0" y="338014"/>
                  </a:lnTo>
                  <a:lnTo>
                    <a:pt x="0" y="299821"/>
                  </a:lnTo>
                  <a:lnTo>
                    <a:pt x="0" y="261627"/>
                  </a:lnTo>
                  <a:lnTo>
                    <a:pt x="0" y="223433"/>
                  </a:lnTo>
                  <a:lnTo>
                    <a:pt x="0" y="185239"/>
                  </a:lnTo>
                  <a:lnTo>
                    <a:pt x="0" y="147046"/>
                  </a:lnTo>
                  <a:lnTo>
                    <a:pt x="0" y="108852"/>
                  </a:lnTo>
                  <a:lnTo>
                    <a:pt x="0" y="70658"/>
                  </a:lnTo>
                  <a:lnTo>
                    <a:pt x="0" y="3246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pl310"/>
            <p:cNvSpPr/>
            <p:nvPr/>
          </p:nvSpPr>
          <p:spPr>
            <a:xfrm>
              <a:off x="11311089" y="2953040"/>
              <a:ext cx="0" cy="3235012"/>
            </a:xfrm>
            <a:custGeom>
              <a:avLst/>
              <a:gdLst/>
              <a:ahLst/>
              <a:cxnLst/>
              <a:rect l="0" t="0" r="0" b="0"/>
              <a:pathLst>
                <a:path h="3235012">
                  <a:moveTo>
                    <a:pt x="0" y="3235012"/>
                  </a:moveTo>
                  <a:lnTo>
                    <a:pt x="0" y="3202547"/>
                  </a:lnTo>
                  <a:lnTo>
                    <a:pt x="0" y="3164354"/>
                  </a:lnTo>
                  <a:lnTo>
                    <a:pt x="0" y="3126160"/>
                  </a:lnTo>
                  <a:lnTo>
                    <a:pt x="0" y="3087966"/>
                  </a:lnTo>
                  <a:lnTo>
                    <a:pt x="0" y="3049772"/>
                  </a:lnTo>
                  <a:lnTo>
                    <a:pt x="0" y="3011579"/>
                  </a:lnTo>
                  <a:lnTo>
                    <a:pt x="0" y="2973385"/>
                  </a:lnTo>
                  <a:lnTo>
                    <a:pt x="0" y="2935191"/>
                  </a:lnTo>
                  <a:lnTo>
                    <a:pt x="0" y="2896997"/>
                  </a:lnTo>
                  <a:lnTo>
                    <a:pt x="0" y="2858804"/>
                  </a:lnTo>
                  <a:lnTo>
                    <a:pt x="0" y="2820610"/>
                  </a:lnTo>
                  <a:lnTo>
                    <a:pt x="0" y="2782416"/>
                  </a:lnTo>
                  <a:lnTo>
                    <a:pt x="0" y="2744222"/>
                  </a:lnTo>
                  <a:lnTo>
                    <a:pt x="0" y="2706028"/>
                  </a:lnTo>
                  <a:lnTo>
                    <a:pt x="0" y="2667835"/>
                  </a:lnTo>
                  <a:lnTo>
                    <a:pt x="0" y="2629641"/>
                  </a:lnTo>
                  <a:lnTo>
                    <a:pt x="0" y="2591447"/>
                  </a:lnTo>
                  <a:lnTo>
                    <a:pt x="0" y="2553253"/>
                  </a:lnTo>
                  <a:lnTo>
                    <a:pt x="0" y="2515060"/>
                  </a:lnTo>
                  <a:lnTo>
                    <a:pt x="0" y="2476866"/>
                  </a:lnTo>
                  <a:lnTo>
                    <a:pt x="0" y="2438672"/>
                  </a:lnTo>
                  <a:lnTo>
                    <a:pt x="0" y="2400478"/>
                  </a:lnTo>
                  <a:lnTo>
                    <a:pt x="0" y="2362284"/>
                  </a:lnTo>
                  <a:lnTo>
                    <a:pt x="0" y="2324091"/>
                  </a:lnTo>
                  <a:lnTo>
                    <a:pt x="0" y="2285897"/>
                  </a:lnTo>
                  <a:lnTo>
                    <a:pt x="0" y="2247703"/>
                  </a:lnTo>
                  <a:lnTo>
                    <a:pt x="0" y="2209509"/>
                  </a:lnTo>
                  <a:lnTo>
                    <a:pt x="0" y="2171316"/>
                  </a:lnTo>
                  <a:lnTo>
                    <a:pt x="0" y="2133122"/>
                  </a:lnTo>
                  <a:lnTo>
                    <a:pt x="0" y="2094928"/>
                  </a:lnTo>
                  <a:lnTo>
                    <a:pt x="0" y="2056734"/>
                  </a:lnTo>
                  <a:lnTo>
                    <a:pt x="0" y="2018540"/>
                  </a:lnTo>
                  <a:lnTo>
                    <a:pt x="0" y="1980347"/>
                  </a:lnTo>
                  <a:lnTo>
                    <a:pt x="0" y="1942153"/>
                  </a:lnTo>
                  <a:lnTo>
                    <a:pt x="0" y="1903959"/>
                  </a:lnTo>
                  <a:lnTo>
                    <a:pt x="0" y="1865765"/>
                  </a:lnTo>
                  <a:lnTo>
                    <a:pt x="0" y="1827572"/>
                  </a:lnTo>
                  <a:lnTo>
                    <a:pt x="0" y="1789378"/>
                  </a:lnTo>
                  <a:lnTo>
                    <a:pt x="0" y="1751184"/>
                  </a:lnTo>
                  <a:lnTo>
                    <a:pt x="0" y="1712990"/>
                  </a:lnTo>
                  <a:lnTo>
                    <a:pt x="0" y="1674797"/>
                  </a:lnTo>
                  <a:lnTo>
                    <a:pt x="0" y="1636603"/>
                  </a:lnTo>
                  <a:lnTo>
                    <a:pt x="0" y="1598409"/>
                  </a:lnTo>
                  <a:lnTo>
                    <a:pt x="0" y="1560215"/>
                  </a:lnTo>
                  <a:lnTo>
                    <a:pt x="0" y="1522021"/>
                  </a:lnTo>
                  <a:lnTo>
                    <a:pt x="0" y="1483828"/>
                  </a:lnTo>
                  <a:lnTo>
                    <a:pt x="0" y="1445634"/>
                  </a:lnTo>
                  <a:lnTo>
                    <a:pt x="0" y="1407440"/>
                  </a:lnTo>
                  <a:lnTo>
                    <a:pt x="0" y="1369246"/>
                  </a:lnTo>
                  <a:lnTo>
                    <a:pt x="0" y="1331053"/>
                  </a:lnTo>
                  <a:lnTo>
                    <a:pt x="0" y="1292859"/>
                  </a:lnTo>
                  <a:lnTo>
                    <a:pt x="0" y="1254665"/>
                  </a:lnTo>
                  <a:lnTo>
                    <a:pt x="0" y="1216471"/>
                  </a:lnTo>
                  <a:lnTo>
                    <a:pt x="0" y="1178277"/>
                  </a:lnTo>
                  <a:lnTo>
                    <a:pt x="0" y="1140084"/>
                  </a:lnTo>
                  <a:lnTo>
                    <a:pt x="0" y="1101890"/>
                  </a:lnTo>
                  <a:lnTo>
                    <a:pt x="0" y="1063696"/>
                  </a:lnTo>
                  <a:lnTo>
                    <a:pt x="0" y="1025502"/>
                  </a:lnTo>
                  <a:lnTo>
                    <a:pt x="0" y="987309"/>
                  </a:lnTo>
                  <a:lnTo>
                    <a:pt x="0" y="949115"/>
                  </a:lnTo>
                  <a:lnTo>
                    <a:pt x="0" y="910921"/>
                  </a:lnTo>
                  <a:lnTo>
                    <a:pt x="0" y="872727"/>
                  </a:lnTo>
                  <a:lnTo>
                    <a:pt x="0" y="834533"/>
                  </a:lnTo>
                  <a:lnTo>
                    <a:pt x="0" y="796340"/>
                  </a:lnTo>
                  <a:lnTo>
                    <a:pt x="0" y="758146"/>
                  </a:lnTo>
                  <a:lnTo>
                    <a:pt x="0" y="719952"/>
                  </a:lnTo>
                  <a:lnTo>
                    <a:pt x="0" y="681758"/>
                  </a:lnTo>
                  <a:lnTo>
                    <a:pt x="0" y="643565"/>
                  </a:lnTo>
                  <a:lnTo>
                    <a:pt x="0" y="605371"/>
                  </a:lnTo>
                  <a:lnTo>
                    <a:pt x="0" y="567177"/>
                  </a:lnTo>
                  <a:lnTo>
                    <a:pt x="0" y="528983"/>
                  </a:lnTo>
                  <a:lnTo>
                    <a:pt x="0" y="490789"/>
                  </a:lnTo>
                  <a:lnTo>
                    <a:pt x="0" y="452596"/>
                  </a:lnTo>
                  <a:lnTo>
                    <a:pt x="0" y="414402"/>
                  </a:lnTo>
                  <a:lnTo>
                    <a:pt x="0" y="376208"/>
                  </a:lnTo>
                  <a:lnTo>
                    <a:pt x="0" y="338014"/>
                  </a:lnTo>
                  <a:lnTo>
                    <a:pt x="0" y="299821"/>
                  </a:lnTo>
                  <a:lnTo>
                    <a:pt x="0" y="261627"/>
                  </a:lnTo>
                  <a:lnTo>
                    <a:pt x="0" y="223433"/>
                  </a:lnTo>
                  <a:lnTo>
                    <a:pt x="0" y="185239"/>
                  </a:lnTo>
                  <a:lnTo>
                    <a:pt x="0" y="147046"/>
                  </a:lnTo>
                  <a:lnTo>
                    <a:pt x="0" y="108852"/>
                  </a:lnTo>
                  <a:lnTo>
                    <a:pt x="0" y="70658"/>
                  </a:lnTo>
                  <a:lnTo>
                    <a:pt x="0" y="3246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l311"/>
            <p:cNvSpPr/>
            <p:nvPr/>
          </p:nvSpPr>
          <p:spPr>
            <a:xfrm>
              <a:off x="11762562" y="2953040"/>
              <a:ext cx="0" cy="3235012"/>
            </a:xfrm>
            <a:custGeom>
              <a:avLst/>
              <a:gdLst/>
              <a:ahLst/>
              <a:cxnLst/>
              <a:rect l="0" t="0" r="0" b="0"/>
              <a:pathLst>
                <a:path h="3235012">
                  <a:moveTo>
                    <a:pt x="0" y="3235012"/>
                  </a:moveTo>
                  <a:lnTo>
                    <a:pt x="0" y="3202547"/>
                  </a:lnTo>
                  <a:lnTo>
                    <a:pt x="0" y="3164354"/>
                  </a:lnTo>
                  <a:lnTo>
                    <a:pt x="0" y="3126160"/>
                  </a:lnTo>
                  <a:lnTo>
                    <a:pt x="0" y="3087966"/>
                  </a:lnTo>
                  <a:lnTo>
                    <a:pt x="0" y="3049772"/>
                  </a:lnTo>
                  <a:lnTo>
                    <a:pt x="0" y="3011579"/>
                  </a:lnTo>
                  <a:lnTo>
                    <a:pt x="0" y="2973385"/>
                  </a:lnTo>
                  <a:lnTo>
                    <a:pt x="0" y="2935191"/>
                  </a:lnTo>
                  <a:lnTo>
                    <a:pt x="0" y="2896997"/>
                  </a:lnTo>
                  <a:lnTo>
                    <a:pt x="0" y="2858804"/>
                  </a:lnTo>
                  <a:lnTo>
                    <a:pt x="0" y="2820610"/>
                  </a:lnTo>
                  <a:lnTo>
                    <a:pt x="0" y="2782416"/>
                  </a:lnTo>
                  <a:lnTo>
                    <a:pt x="0" y="2744222"/>
                  </a:lnTo>
                  <a:lnTo>
                    <a:pt x="0" y="2706028"/>
                  </a:lnTo>
                  <a:lnTo>
                    <a:pt x="0" y="2667835"/>
                  </a:lnTo>
                  <a:lnTo>
                    <a:pt x="0" y="2629641"/>
                  </a:lnTo>
                  <a:lnTo>
                    <a:pt x="0" y="2591447"/>
                  </a:lnTo>
                  <a:lnTo>
                    <a:pt x="0" y="2553253"/>
                  </a:lnTo>
                  <a:lnTo>
                    <a:pt x="0" y="2515060"/>
                  </a:lnTo>
                  <a:lnTo>
                    <a:pt x="0" y="2476866"/>
                  </a:lnTo>
                  <a:lnTo>
                    <a:pt x="0" y="2438672"/>
                  </a:lnTo>
                  <a:lnTo>
                    <a:pt x="0" y="2400478"/>
                  </a:lnTo>
                  <a:lnTo>
                    <a:pt x="0" y="2362284"/>
                  </a:lnTo>
                  <a:lnTo>
                    <a:pt x="0" y="2324091"/>
                  </a:lnTo>
                  <a:lnTo>
                    <a:pt x="0" y="2285897"/>
                  </a:lnTo>
                  <a:lnTo>
                    <a:pt x="0" y="2247703"/>
                  </a:lnTo>
                  <a:lnTo>
                    <a:pt x="0" y="2209509"/>
                  </a:lnTo>
                  <a:lnTo>
                    <a:pt x="0" y="2171316"/>
                  </a:lnTo>
                  <a:lnTo>
                    <a:pt x="0" y="2133122"/>
                  </a:lnTo>
                  <a:lnTo>
                    <a:pt x="0" y="2094928"/>
                  </a:lnTo>
                  <a:lnTo>
                    <a:pt x="0" y="2056734"/>
                  </a:lnTo>
                  <a:lnTo>
                    <a:pt x="0" y="2018540"/>
                  </a:lnTo>
                  <a:lnTo>
                    <a:pt x="0" y="1980347"/>
                  </a:lnTo>
                  <a:lnTo>
                    <a:pt x="0" y="1942153"/>
                  </a:lnTo>
                  <a:lnTo>
                    <a:pt x="0" y="1903959"/>
                  </a:lnTo>
                  <a:lnTo>
                    <a:pt x="0" y="1865765"/>
                  </a:lnTo>
                  <a:lnTo>
                    <a:pt x="0" y="1827572"/>
                  </a:lnTo>
                  <a:lnTo>
                    <a:pt x="0" y="1789378"/>
                  </a:lnTo>
                  <a:lnTo>
                    <a:pt x="0" y="1751184"/>
                  </a:lnTo>
                  <a:lnTo>
                    <a:pt x="0" y="1712990"/>
                  </a:lnTo>
                  <a:lnTo>
                    <a:pt x="0" y="1674797"/>
                  </a:lnTo>
                  <a:lnTo>
                    <a:pt x="0" y="1636603"/>
                  </a:lnTo>
                  <a:lnTo>
                    <a:pt x="0" y="1598409"/>
                  </a:lnTo>
                  <a:lnTo>
                    <a:pt x="0" y="1560215"/>
                  </a:lnTo>
                  <a:lnTo>
                    <a:pt x="0" y="1522021"/>
                  </a:lnTo>
                  <a:lnTo>
                    <a:pt x="0" y="1483828"/>
                  </a:lnTo>
                  <a:lnTo>
                    <a:pt x="0" y="1445634"/>
                  </a:lnTo>
                  <a:lnTo>
                    <a:pt x="0" y="1407440"/>
                  </a:lnTo>
                  <a:lnTo>
                    <a:pt x="0" y="1369246"/>
                  </a:lnTo>
                  <a:lnTo>
                    <a:pt x="0" y="1331053"/>
                  </a:lnTo>
                  <a:lnTo>
                    <a:pt x="0" y="1292859"/>
                  </a:lnTo>
                  <a:lnTo>
                    <a:pt x="0" y="1254665"/>
                  </a:lnTo>
                  <a:lnTo>
                    <a:pt x="0" y="1216471"/>
                  </a:lnTo>
                  <a:lnTo>
                    <a:pt x="0" y="1178277"/>
                  </a:lnTo>
                  <a:lnTo>
                    <a:pt x="0" y="1140084"/>
                  </a:lnTo>
                  <a:lnTo>
                    <a:pt x="0" y="1101890"/>
                  </a:lnTo>
                  <a:lnTo>
                    <a:pt x="0" y="1063696"/>
                  </a:lnTo>
                  <a:lnTo>
                    <a:pt x="0" y="1025502"/>
                  </a:lnTo>
                  <a:lnTo>
                    <a:pt x="0" y="987309"/>
                  </a:lnTo>
                  <a:lnTo>
                    <a:pt x="0" y="949115"/>
                  </a:lnTo>
                  <a:lnTo>
                    <a:pt x="0" y="910921"/>
                  </a:lnTo>
                  <a:lnTo>
                    <a:pt x="0" y="872727"/>
                  </a:lnTo>
                  <a:lnTo>
                    <a:pt x="0" y="834533"/>
                  </a:lnTo>
                  <a:lnTo>
                    <a:pt x="0" y="796340"/>
                  </a:lnTo>
                  <a:lnTo>
                    <a:pt x="0" y="758146"/>
                  </a:lnTo>
                  <a:lnTo>
                    <a:pt x="0" y="719952"/>
                  </a:lnTo>
                  <a:lnTo>
                    <a:pt x="0" y="681758"/>
                  </a:lnTo>
                  <a:lnTo>
                    <a:pt x="0" y="643565"/>
                  </a:lnTo>
                  <a:lnTo>
                    <a:pt x="0" y="605371"/>
                  </a:lnTo>
                  <a:lnTo>
                    <a:pt x="0" y="567177"/>
                  </a:lnTo>
                  <a:lnTo>
                    <a:pt x="0" y="528983"/>
                  </a:lnTo>
                  <a:lnTo>
                    <a:pt x="0" y="490789"/>
                  </a:lnTo>
                  <a:lnTo>
                    <a:pt x="0" y="452596"/>
                  </a:lnTo>
                  <a:lnTo>
                    <a:pt x="0" y="414402"/>
                  </a:lnTo>
                  <a:lnTo>
                    <a:pt x="0" y="376208"/>
                  </a:lnTo>
                  <a:lnTo>
                    <a:pt x="0" y="338014"/>
                  </a:lnTo>
                  <a:lnTo>
                    <a:pt x="0" y="299821"/>
                  </a:lnTo>
                  <a:lnTo>
                    <a:pt x="0" y="261627"/>
                  </a:lnTo>
                  <a:lnTo>
                    <a:pt x="0" y="223433"/>
                  </a:lnTo>
                  <a:lnTo>
                    <a:pt x="0" y="185239"/>
                  </a:lnTo>
                  <a:lnTo>
                    <a:pt x="0" y="147046"/>
                  </a:lnTo>
                  <a:lnTo>
                    <a:pt x="0" y="108852"/>
                  </a:lnTo>
                  <a:lnTo>
                    <a:pt x="0" y="70658"/>
                  </a:lnTo>
                  <a:lnTo>
                    <a:pt x="0" y="3246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l312"/>
            <p:cNvSpPr/>
            <p:nvPr/>
          </p:nvSpPr>
          <p:spPr>
            <a:xfrm>
              <a:off x="9392329" y="6041007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l313"/>
            <p:cNvSpPr/>
            <p:nvPr/>
          </p:nvSpPr>
          <p:spPr>
            <a:xfrm>
              <a:off x="9392329" y="5620876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l314"/>
            <p:cNvSpPr/>
            <p:nvPr/>
          </p:nvSpPr>
          <p:spPr>
            <a:xfrm>
              <a:off x="9392329" y="5200744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l315"/>
            <p:cNvSpPr/>
            <p:nvPr/>
          </p:nvSpPr>
          <p:spPr>
            <a:xfrm>
              <a:off x="9392329" y="4780613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l316"/>
            <p:cNvSpPr/>
            <p:nvPr/>
          </p:nvSpPr>
          <p:spPr>
            <a:xfrm>
              <a:off x="9392329" y="4360481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l317"/>
            <p:cNvSpPr/>
            <p:nvPr/>
          </p:nvSpPr>
          <p:spPr>
            <a:xfrm>
              <a:off x="9392329" y="3940349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l318"/>
            <p:cNvSpPr/>
            <p:nvPr/>
          </p:nvSpPr>
          <p:spPr>
            <a:xfrm>
              <a:off x="9392329" y="3520218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l319"/>
            <p:cNvSpPr/>
            <p:nvPr/>
          </p:nvSpPr>
          <p:spPr>
            <a:xfrm>
              <a:off x="9392329" y="3100086"/>
              <a:ext cx="2483101" cy="0"/>
            </a:xfrm>
            <a:custGeom>
              <a:avLst/>
              <a:gdLst/>
              <a:ahLst/>
              <a:cxnLst/>
              <a:rect l="0" t="0" r="0" b="0"/>
              <a:pathLst>
                <a:path w="2483101">
                  <a:moveTo>
                    <a:pt x="0" y="0"/>
                  </a:moveTo>
                  <a:lnTo>
                    <a:pt x="12540" y="0"/>
                  </a:lnTo>
                  <a:lnTo>
                    <a:pt x="44463" y="0"/>
                  </a:lnTo>
                  <a:lnTo>
                    <a:pt x="76385" y="0"/>
                  </a:lnTo>
                  <a:lnTo>
                    <a:pt x="108307" y="0"/>
                  </a:lnTo>
                  <a:lnTo>
                    <a:pt x="140230" y="0"/>
                  </a:lnTo>
                  <a:lnTo>
                    <a:pt x="172152" y="0"/>
                  </a:lnTo>
                  <a:lnTo>
                    <a:pt x="204074" y="0"/>
                  </a:lnTo>
                  <a:lnTo>
                    <a:pt x="235997" y="0"/>
                  </a:lnTo>
                  <a:lnTo>
                    <a:pt x="267919" y="0"/>
                  </a:lnTo>
                  <a:lnTo>
                    <a:pt x="299841" y="0"/>
                  </a:lnTo>
                  <a:lnTo>
                    <a:pt x="331764" y="0"/>
                  </a:lnTo>
                  <a:lnTo>
                    <a:pt x="363686" y="0"/>
                  </a:lnTo>
                  <a:lnTo>
                    <a:pt x="395608" y="0"/>
                  </a:lnTo>
                  <a:lnTo>
                    <a:pt x="427531" y="0"/>
                  </a:lnTo>
                  <a:lnTo>
                    <a:pt x="459453" y="0"/>
                  </a:lnTo>
                  <a:lnTo>
                    <a:pt x="491375" y="0"/>
                  </a:lnTo>
                  <a:lnTo>
                    <a:pt x="523298" y="0"/>
                  </a:lnTo>
                  <a:lnTo>
                    <a:pt x="555220" y="0"/>
                  </a:lnTo>
                  <a:lnTo>
                    <a:pt x="587142" y="0"/>
                  </a:lnTo>
                  <a:lnTo>
                    <a:pt x="619065" y="0"/>
                  </a:lnTo>
                  <a:lnTo>
                    <a:pt x="650987" y="0"/>
                  </a:lnTo>
                  <a:lnTo>
                    <a:pt x="682909" y="0"/>
                  </a:lnTo>
                  <a:lnTo>
                    <a:pt x="714832" y="0"/>
                  </a:lnTo>
                  <a:lnTo>
                    <a:pt x="746754" y="0"/>
                  </a:lnTo>
                  <a:lnTo>
                    <a:pt x="778676" y="0"/>
                  </a:lnTo>
                  <a:lnTo>
                    <a:pt x="810599" y="0"/>
                  </a:lnTo>
                  <a:lnTo>
                    <a:pt x="842521" y="0"/>
                  </a:lnTo>
                  <a:lnTo>
                    <a:pt x="874443" y="0"/>
                  </a:lnTo>
                  <a:lnTo>
                    <a:pt x="906366" y="0"/>
                  </a:lnTo>
                  <a:lnTo>
                    <a:pt x="938288" y="0"/>
                  </a:lnTo>
                  <a:lnTo>
                    <a:pt x="970210" y="0"/>
                  </a:lnTo>
                  <a:lnTo>
                    <a:pt x="1002133" y="0"/>
                  </a:lnTo>
                  <a:lnTo>
                    <a:pt x="1034055" y="0"/>
                  </a:lnTo>
                  <a:lnTo>
                    <a:pt x="1065977" y="0"/>
                  </a:lnTo>
                  <a:lnTo>
                    <a:pt x="1097900" y="0"/>
                  </a:lnTo>
                  <a:lnTo>
                    <a:pt x="1129822" y="0"/>
                  </a:lnTo>
                  <a:lnTo>
                    <a:pt x="1161744" y="0"/>
                  </a:lnTo>
                  <a:lnTo>
                    <a:pt x="1193667" y="0"/>
                  </a:lnTo>
                  <a:lnTo>
                    <a:pt x="1225589" y="0"/>
                  </a:lnTo>
                  <a:lnTo>
                    <a:pt x="1257511" y="0"/>
                  </a:lnTo>
                  <a:lnTo>
                    <a:pt x="1289434" y="0"/>
                  </a:lnTo>
                  <a:lnTo>
                    <a:pt x="1321356" y="0"/>
                  </a:lnTo>
                  <a:lnTo>
                    <a:pt x="1353278" y="0"/>
                  </a:lnTo>
                  <a:lnTo>
                    <a:pt x="1385201" y="0"/>
                  </a:lnTo>
                  <a:lnTo>
                    <a:pt x="1417123" y="0"/>
                  </a:lnTo>
                  <a:lnTo>
                    <a:pt x="1449045" y="0"/>
                  </a:lnTo>
                  <a:lnTo>
                    <a:pt x="1480968" y="0"/>
                  </a:lnTo>
                  <a:lnTo>
                    <a:pt x="1512890" y="0"/>
                  </a:lnTo>
                  <a:lnTo>
                    <a:pt x="1544812" y="0"/>
                  </a:lnTo>
                  <a:lnTo>
                    <a:pt x="1576735" y="0"/>
                  </a:lnTo>
                  <a:lnTo>
                    <a:pt x="1608657" y="0"/>
                  </a:lnTo>
                  <a:lnTo>
                    <a:pt x="1640579" y="0"/>
                  </a:lnTo>
                  <a:lnTo>
                    <a:pt x="1672502" y="0"/>
                  </a:lnTo>
                  <a:lnTo>
                    <a:pt x="1704424" y="0"/>
                  </a:lnTo>
                  <a:lnTo>
                    <a:pt x="1736346" y="0"/>
                  </a:lnTo>
                  <a:lnTo>
                    <a:pt x="1768269" y="0"/>
                  </a:lnTo>
                  <a:lnTo>
                    <a:pt x="1800191" y="0"/>
                  </a:lnTo>
                  <a:lnTo>
                    <a:pt x="1832113" y="0"/>
                  </a:lnTo>
                  <a:lnTo>
                    <a:pt x="1864036" y="0"/>
                  </a:lnTo>
                  <a:lnTo>
                    <a:pt x="1895958" y="0"/>
                  </a:lnTo>
                  <a:lnTo>
                    <a:pt x="1927880" y="0"/>
                  </a:lnTo>
                  <a:lnTo>
                    <a:pt x="1959803" y="0"/>
                  </a:lnTo>
                  <a:lnTo>
                    <a:pt x="1991725" y="0"/>
                  </a:lnTo>
                  <a:lnTo>
                    <a:pt x="2023647" y="0"/>
                  </a:lnTo>
                  <a:lnTo>
                    <a:pt x="2055570" y="0"/>
                  </a:lnTo>
                  <a:lnTo>
                    <a:pt x="2087492" y="0"/>
                  </a:lnTo>
                  <a:lnTo>
                    <a:pt x="2119414" y="0"/>
                  </a:lnTo>
                  <a:lnTo>
                    <a:pt x="2151337" y="0"/>
                  </a:lnTo>
                  <a:lnTo>
                    <a:pt x="2183259" y="0"/>
                  </a:lnTo>
                  <a:lnTo>
                    <a:pt x="2215181" y="0"/>
                  </a:lnTo>
                  <a:lnTo>
                    <a:pt x="2247104" y="0"/>
                  </a:lnTo>
                  <a:lnTo>
                    <a:pt x="2279026" y="0"/>
                  </a:lnTo>
                  <a:lnTo>
                    <a:pt x="2310948" y="0"/>
                  </a:lnTo>
                  <a:lnTo>
                    <a:pt x="2342871" y="0"/>
                  </a:lnTo>
                  <a:lnTo>
                    <a:pt x="2374793" y="0"/>
                  </a:lnTo>
                  <a:lnTo>
                    <a:pt x="2406715" y="0"/>
                  </a:lnTo>
                  <a:lnTo>
                    <a:pt x="2438638" y="0"/>
                  </a:lnTo>
                  <a:lnTo>
                    <a:pt x="2470560" y="0"/>
                  </a:lnTo>
                  <a:lnTo>
                    <a:pt x="2483101" y="0"/>
                  </a:lnTo>
                  <a:lnTo>
                    <a:pt x="2483101" y="0"/>
                  </a:lnTo>
                </a:path>
              </a:pathLst>
            </a:custGeom>
            <a:ln w="13550" cap="rnd">
              <a:solidFill>
                <a:srgbClr val="F0F8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h320"/>
            <p:cNvSpPr/>
            <p:nvPr/>
          </p:nvSpPr>
          <p:spPr>
            <a:xfrm>
              <a:off x="10621015" y="3525020"/>
              <a:ext cx="933071" cy="1288989"/>
            </a:xfrm>
            <a:custGeom>
              <a:avLst/>
              <a:gdLst/>
              <a:ahLst/>
              <a:cxnLst/>
              <a:rect l="0" t="0" r="0" b="0"/>
              <a:pathLst>
                <a:path w="933071" h="1288989">
                  <a:moveTo>
                    <a:pt x="914400" y="914400"/>
                  </a:moveTo>
                  <a:lnTo>
                    <a:pt x="903421" y="944022"/>
                  </a:lnTo>
                  <a:lnTo>
                    <a:pt x="888299" y="949028"/>
                  </a:lnTo>
                  <a:lnTo>
                    <a:pt x="873793" y="958895"/>
                  </a:lnTo>
                  <a:lnTo>
                    <a:pt x="868613" y="1052624"/>
                  </a:lnTo>
                  <a:lnTo>
                    <a:pt x="895022" y="1088237"/>
                  </a:lnTo>
                  <a:lnTo>
                    <a:pt x="880517" y="1093222"/>
                  </a:lnTo>
                  <a:lnTo>
                    <a:pt x="867246" y="1103889"/>
                  </a:lnTo>
                  <a:lnTo>
                    <a:pt x="857767" y="1119665"/>
                  </a:lnTo>
                  <a:lnTo>
                    <a:pt x="848067" y="1153616"/>
                  </a:lnTo>
                  <a:lnTo>
                    <a:pt x="811628" y="1172858"/>
                  </a:lnTo>
                  <a:lnTo>
                    <a:pt x="797828" y="1187095"/>
                  </a:lnTo>
                  <a:lnTo>
                    <a:pt x="777481" y="1218769"/>
                  </a:lnTo>
                  <a:lnTo>
                    <a:pt x="766877" y="1264742"/>
                  </a:lnTo>
                  <a:lnTo>
                    <a:pt x="746265" y="1284353"/>
                  </a:lnTo>
                  <a:lnTo>
                    <a:pt x="723119" y="1288989"/>
                  </a:lnTo>
                  <a:lnTo>
                    <a:pt x="736698" y="1251325"/>
                  </a:lnTo>
                  <a:lnTo>
                    <a:pt x="754488" y="1220636"/>
                  </a:lnTo>
                  <a:lnTo>
                    <a:pt x="737382" y="1199588"/>
                  </a:lnTo>
                  <a:lnTo>
                    <a:pt x="727087" y="1166643"/>
                  </a:lnTo>
                  <a:lnTo>
                    <a:pt x="713794" y="1141369"/>
                  </a:lnTo>
                  <a:lnTo>
                    <a:pt x="724375" y="1113141"/>
                  </a:lnTo>
                  <a:lnTo>
                    <a:pt x="719173" y="1066882"/>
                  </a:lnTo>
                  <a:lnTo>
                    <a:pt x="720892" y="1021730"/>
                  </a:lnTo>
                  <a:lnTo>
                    <a:pt x="736323" y="998939"/>
                  </a:lnTo>
                  <a:lnTo>
                    <a:pt x="754003" y="980353"/>
                  </a:lnTo>
                  <a:lnTo>
                    <a:pt x="781537" y="937622"/>
                  </a:lnTo>
                  <a:lnTo>
                    <a:pt x="811385" y="906645"/>
                  </a:lnTo>
                  <a:lnTo>
                    <a:pt x="853027" y="892716"/>
                  </a:lnTo>
                  <a:lnTo>
                    <a:pt x="871831" y="905558"/>
                  </a:lnTo>
                  <a:lnTo>
                    <a:pt x="879944" y="877392"/>
                  </a:lnTo>
                  <a:lnTo>
                    <a:pt x="893369" y="870971"/>
                  </a:lnTo>
                  <a:lnTo>
                    <a:pt x="905978" y="877474"/>
                  </a:lnTo>
                  <a:lnTo>
                    <a:pt x="933071" y="90438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h321"/>
            <p:cNvSpPr/>
            <p:nvPr/>
          </p:nvSpPr>
          <p:spPr>
            <a:xfrm>
              <a:off x="10052926" y="4185434"/>
              <a:ext cx="1058990" cy="914400"/>
            </a:xfrm>
            <a:custGeom>
              <a:avLst/>
              <a:gdLst/>
              <a:ahLst/>
              <a:cxnLst/>
              <a:rect l="0" t="0" r="0" b="0"/>
              <a:pathLst>
                <a:path w="1058990" h="914400">
                  <a:moveTo>
                    <a:pt x="914400" y="914400"/>
                  </a:moveTo>
                  <a:lnTo>
                    <a:pt x="904127" y="912902"/>
                  </a:lnTo>
                  <a:lnTo>
                    <a:pt x="897271" y="884695"/>
                  </a:lnTo>
                  <a:lnTo>
                    <a:pt x="895662" y="812116"/>
                  </a:lnTo>
                  <a:lnTo>
                    <a:pt x="899762" y="776257"/>
                  </a:lnTo>
                  <a:lnTo>
                    <a:pt x="948987" y="646914"/>
                  </a:lnTo>
                  <a:lnTo>
                    <a:pt x="970966" y="636350"/>
                  </a:lnTo>
                  <a:lnTo>
                    <a:pt x="1001872" y="557083"/>
                  </a:lnTo>
                  <a:lnTo>
                    <a:pt x="1010205" y="521819"/>
                  </a:lnTo>
                  <a:lnTo>
                    <a:pt x="1023608" y="490063"/>
                  </a:lnTo>
                  <a:lnTo>
                    <a:pt x="1031522" y="461671"/>
                  </a:lnTo>
                  <a:lnTo>
                    <a:pt x="1038158" y="450203"/>
                  </a:lnTo>
                  <a:lnTo>
                    <a:pt x="1052575" y="455578"/>
                  </a:lnTo>
                  <a:lnTo>
                    <a:pt x="1058990" y="460809"/>
                  </a:lnTo>
                  <a:lnTo>
                    <a:pt x="1043801" y="477344"/>
                  </a:lnTo>
                  <a:lnTo>
                    <a:pt x="1045565" y="498863"/>
                  </a:lnTo>
                  <a:lnTo>
                    <a:pt x="1044507" y="507787"/>
                  </a:lnTo>
                  <a:lnTo>
                    <a:pt x="1006171" y="601393"/>
                  </a:lnTo>
                  <a:lnTo>
                    <a:pt x="995920" y="662177"/>
                  </a:lnTo>
                  <a:lnTo>
                    <a:pt x="982319" y="677009"/>
                  </a:lnTo>
                  <a:lnTo>
                    <a:pt x="925995" y="89324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h322"/>
            <p:cNvSpPr/>
            <p:nvPr/>
          </p:nvSpPr>
          <p:spPr>
            <a:xfrm>
              <a:off x="8922788" y="3063962"/>
              <a:ext cx="2611876" cy="2411385"/>
            </a:xfrm>
            <a:custGeom>
              <a:avLst/>
              <a:gdLst/>
              <a:ahLst/>
              <a:cxnLst/>
              <a:rect l="0" t="0" r="0" b="0"/>
              <a:pathLst>
                <a:path w="2611876" h="2411385">
                  <a:moveTo>
                    <a:pt x="914400" y="914400"/>
                  </a:moveTo>
                  <a:lnTo>
                    <a:pt x="930845" y="921333"/>
                  </a:lnTo>
                  <a:lnTo>
                    <a:pt x="953242" y="907445"/>
                  </a:lnTo>
                  <a:lnTo>
                    <a:pt x="968916" y="868550"/>
                  </a:lnTo>
                  <a:lnTo>
                    <a:pt x="977866" y="810187"/>
                  </a:lnTo>
                  <a:lnTo>
                    <a:pt x="988315" y="754594"/>
                  </a:lnTo>
                  <a:lnTo>
                    <a:pt x="975948" y="695123"/>
                  </a:lnTo>
                  <a:lnTo>
                    <a:pt x="962743" y="642894"/>
                  </a:lnTo>
                  <a:lnTo>
                    <a:pt x="961817" y="627549"/>
                  </a:lnTo>
                  <a:lnTo>
                    <a:pt x="996471" y="583484"/>
                  </a:lnTo>
                  <a:lnTo>
                    <a:pt x="1007075" y="547646"/>
                  </a:lnTo>
                  <a:lnTo>
                    <a:pt x="1018560" y="513531"/>
                  </a:lnTo>
                  <a:lnTo>
                    <a:pt x="1031236" y="501920"/>
                  </a:lnTo>
                  <a:lnTo>
                    <a:pt x="1050106" y="499273"/>
                  </a:lnTo>
                  <a:lnTo>
                    <a:pt x="1072084" y="492853"/>
                  </a:lnTo>
                  <a:lnTo>
                    <a:pt x="1099794" y="470020"/>
                  </a:lnTo>
                  <a:lnTo>
                    <a:pt x="1124639" y="439433"/>
                  </a:lnTo>
                  <a:lnTo>
                    <a:pt x="1143619" y="411390"/>
                  </a:lnTo>
                  <a:lnTo>
                    <a:pt x="1150056" y="355899"/>
                  </a:lnTo>
                  <a:lnTo>
                    <a:pt x="1150321" y="328021"/>
                  </a:lnTo>
                  <a:lnTo>
                    <a:pt x="1158675" y="307322"/>
                  </a:lnTo>
                  <a:lnTo>
                    <a:pt x="1166766" y="266888"/>
                  </a:lnTo>
                  <a:lnTo>
                    <a:pt x="1158896" y="227009"/>
                  </a:lnTo>
                  <a:lnTo>
                    <a:pt x="1134404" y="166512"/>
                  </a:lnTo>
                  <a:lnTo>
                    <a:pt x="1104909" y="81440"/>
                  </a:lnTo>
                  <a:lnTo>
                    <a:pt x="1100392" y="36124"/>
                  </a:lnTo>
                  <a:lnTo>
                    <a:pt x="2210081" y="36124"/>
                  </a:lnTo>
                  <a:lnTo>
                    <a:pt x="2210621" y="42073"/>
                  </a:lnTo>
                  <a:lnTo>
                    <a:pt x="2208372" y="56351"/>
                  </a:lnTo>
                  <a:lnTo>
                    <a:pt x="2225523" y="115042"/>
                  </a:lnTo>
                  <a:lnTo>
                    <a:pt x="2221533" y="135618"/>
                  </a:lnTo>
                  <a:lnTo>
                    <a:pt x="2219218" y="161835"/>
                  </a:lnTo>
                  <a:lnTo>
                    <a:pt x="2243798" y="187026"/>
                  </a:lnTo>
                  <a:lnTo>
                    <a:pt x="2265732" y="186616"/>
                  </a:lnTo>
                  <a:lnTo>
                    <a:pt x="2287953" y="186226"/>
                  </a:lnTo>
                  <a:lnTo>
                    <a:pt x="2296440" y="192545"/>
                  </a:lnTo>
                  <a:lnTo>
                    <a:pt x="2304950" y="210371"/>
                  </a:lnTo>
                  <a:lnTo>
                    <a:pt x="2311805" y="231419"/>
                  </a:lnTo>
                  <a:lnTo>
                    <a:pt x="2330102" y="229675"/>
                  </a:lnTo>
                  <a:lnTo>
                    <a:pt x="2359311" y="212546"/>
                  </a:lnTo>
                  <a:lnTo>
                    <a:pt x="2378314" y="208464"/>
                  </a:lnTo>
                  <a:lnTo>
                    <a:pt x="2390857" y="241389"/>
                  </a:lnTo>
                  <a:lnTo>
                    <a:pt x="2424982" y="284879"/>
                  </a:lnTo>
                  <a:lnTo>
                    <a:pt x="2444844" y="304368"/>
                  </a:lnTo>
                  <a:lnTo>
                    <a:pt x="2478595" y="314625"/>
                  </a:lnTo>
                  <a:lnTo>
                    <a:pt x="2514153" y="349725"/>
                  </a:lnTo>
                  <a:lnTo>
                    <a:pt x="2509171" y="392025"/>
                  </a:lnTo>
                  <a:lnTo>
                    <a:pt x="2524007" y="406159"/>
                  </a:lnTo>
                  <a:lnTo>
                    <a:pt x="2565957" y="422858"/>
                  </a:lnTo>
                  <a:lnTo>
                    <a:pt x="2580793" y="445383"/>
                  </a:lnTo>
                  <a:lnTo>
                    <a:pt x="2587914" y="464584"/>
                  </a:lnTo>
                  <a:lnTo>
                    <a:pt x="2598958" y="480503"/>
                  </a:lnTo>
                  <a:lnTo>
                    <a:pt x="2611876" y="528609"/>
                  </a:lnTo>
                  <a:lnTo>
                    <a:pt x="2607379" y="558252"/>
                  </a:lnTo>
                  <a:lnTo>
                    <a:pt x="2590471" y="568447"/>
                  </a:lnTo>
                  <a:lnTo>
                    <a:pt x="2550548" y="600203"/>
                  </a:lnTo>
                  <a:lnTo>
                    <a:pt x="2532758" y="623918"/>
                  </a:lnTo>
                  <a:lnTo>
                    <a:pt x="2518804" y="638688"/>
                  </a:lnTo>
                  <a:lnTo>
                    <a:pt x="2479146" y="670362"/>
                  </a:lnTo>
                  <a:lnTo>
                    <a:pt x="2464618" y="676045"/>
                  </a:lnTo>
                  <a:lnTo>
                    <a:pt x="2450708" y="692518"/>
                  </a:lnTo>
                  <a:lnTo>
                    <a:pt x="2437261" y="699718"/>
                  </a:lnTo>
                  <a:lnTo>
                    <a:pt x="2425225" y="695574"/>
                  </a:lnTo>
                  <a:lnTo>
                    <a:pt x="2380232" y="725402"/>
                  </a:lnTo>
                  <a:lnTo>
                    <a:pt x="2383737" y="738141"/>
                  </a:lnTo>
                  <a:lnTo>
                    <a:pt x="2418237" y="743536"/>
                  </a:lnTo>
                  <a:lnTo>
                    <a:pt x="2435828" y="737136"/>
                  </a:lnTo>
                  <a:lnTo>
                    <a:pt x="2449364" y="722140"/>
                  </a:lnTo>
                  <a:lnTo>
                    <a:pt x="2464156" y="718694"/>
                  </a:lnTo>
                  <a:lnTo>
                    <a:pt x="2477647" y="721525"/>
                  </a:lnTo>
                  <a:lnTo>
                    <a:pt x="2491954" y="709708"/>
                  </a:lnTo>
                  <a:lnTo>
                    <a:pt x="2503174" y="704990"/>
                  </a:lnTo>
                  <a:lnTo>
                    <a:pt x="2514770" y="710652"/>
                  </a:lnTo>
                  <a:lnTo>
                    <a:pt x="2527710" y="738982"/>
                  </a:lnTo>
                  <a:lnTo>
                    <a:pt x="2500860" y="753732"/>
                  </a:lnTo>
                  <a:lnTo>
                    <a:pt x="2481813" y="754409"/>
                  </a:lnTo>
                  <a:lnTo>
                    <a:pt x="2472510" y="800874"/>
                  </a:lnTo>
                  <a:lnTo>
                    <a:pt x="2460981" y="820834"/>
                  </a:lnTo>
                  <a:lnTo>
                    <a:pt x="2452714" y="830435"/>
                  </a:lnTo>
                  <a:lnTo>
                    <a:pt x="2410455" y="850210"/>
                  </a:lnTo>
                  <a:lnTo>
                    <a:pt x="2382569" y="875279"/>
                  </a:lnTo>
                  <a:lnTo>
                    <a:pt x="2349700" y="895465"/>
                  </a:lnTo>
                  <a:lnTo>
                    <a:pt x="2335349" y="891075"/>
                  </a:lnTo>
                  <a:lnTo>
                    <a:pt x="2313723" y="911589"/>
                  </a:lnTo>
                  <a:lnTo>
                    <a:pt x="2265666" y="935878"/>
                  </a:lnTo>
                  <a:lnTo>
                    <a:pt x="2241042" y="968598"/>
                  </a:lnTo>
                  <a:lnTo>
                    <a:pt x="2185777" y="997872"/>
                  </a:lnTo>
                  <a:lnTo>
                    <a:pt x="2157626" y="1021689"/>
                  </a:lnTo>
                  <a:lnTo>
                    <a:pt x="2081153" y="1022940"/>
                  </a:lnTo>
                  <a:lnTo>
                    <a:pt x="2008119" y="1017709"/>
                  </a:lnTo>
                  <a:lnTo>
                    <a:pt x="1985193" y="1029033"/>
                  </a:lnTo>
                  <a:lnTo>
                    <a:pt x="2008626" y="1032541"/>
                  </a:lnTo>
                  <a:lnTo>
                    <a:pt x="2025050" y="1043660"/>
                  </a:lnTo>
                  <a:lnTo>
                    <a:pt x="2044735" y="1039023"/>
                  </a:lnTo>
                  <a:lnTo>
                    <a:pt x="2091007" y="1044583"/>
                  </a:lnTo>
                  <a:lnTo>
                    <a:pt x="2114815" y="1050635"/>
                  </a:lnTo>
                  <a:lnTo>
                    <a:pt x="2145369" y="1089571"/>
                  </a:lnTo>
                  <a:lnTo>
                    <a:pt x="2122905" y="1103418"/>
                  </a:lnTo>
                  <a:lnTo>
                    <a:pt x="2083997" y="1114044"/>
                  </a:lnTo>
                  <a:lnTo>
                    <a:pt x="2098590" y="1169268"/>
                  </a:lnTo>
                  <a:lnTo>
                    <a:pt x="2110627" y="1206502"/>
                  </a:lnTo>
                  <a:lnTo>
                    <a:pt x="2094865" y="1228965"/>
                  </a:lnTo>
                  <a:lnTo>
                    <a:pt x="2093696" y="1331167"/>
                  </a:lnTo>
                  <a:lnTo>
                    <a:pt x="2071586" y="1333116"/>
                  </a:lnTo>
                  <a:lnTo>
                    <a:pt x="2062195" y="1375395"/>
                  </a:lnTo>
                  <a:lnTo>
                    <a:pt x="2069161" y="1396956"/>
                  </a:lnTo>
                  <a:lnTo>
                    <a:pt x="2068610" y="1447031"/>
                  </a:lnTo>
                  <a:lnTo>
                    <a:pt x="2073217" y="1477884"/>
                  </a:lnTo>
                  <a:lnTo>
                    <a:pt x="2084063" y="1506297"/>
                  </a:lnTo>
                  <a:lnTo>
                    <a:pt x="2079235" y="1535919"/>
                  </a:lnTo>
                  <a:lnTo>
                    <a:pt x="2044272" y="1605257"/>
                  </a:lnTo>
                  <a:lnTo>
                    <a:pt x="2045066" y="1637793"/>
                  </a:lnTo>
                  <a:lnTo>
                    <a:pt x="2051349" y="1657117"/>
                  </a:lnTo>
                  <a:lnTo>
                    <a:pt x="2056000" y="1688012"/>
                  </a:lnTo>
                  <a:lnTo>
                    <a:pt x="2040106" y="1747400"/>
                  </a:lnTo>
                  <a:lnTo>
                    <a:pt x="2028885" y="1797024"/>
                  </a:lnTo>
                  <a:lnTo>
                    <a:pt x="2015548" y="1838791"/>
                  </a:lnTo>
                  <a:lnTo>
                    <a:pt x="1985700" y="1888908"/>
                  </a:lnTo>
                  <a:lnTo>
                    <a:pt x="1970842" y="1926367"/>
                  </a:lnTo>
                  <a:lnTo>
                    <a:pt x="1936078" y="2043257"/>
                  </a:lnTo>
                  <a:lnTo>
                    <a:pt x="1918839" y="2066458"/>
                  </a:lnTo>
                  <a:lnTo>
                    <a:pt x="1897698" y="2084285"/>
                  </a:lnTo>
                  <a:lnTo>
                    <a:pt x="1874132" y="2067792"/>
                  </a:lnTo>
                  <a:lnTo>
                    <a:pt x="1852529" y="2058807"/>
                  </a:lnTo>
                  <a:lnTo>
                    <a:pt x="1826141" y="2059894"/>
                  </a:lnTo>
                  <a:lnTo>
                    <a:pt x="1784808" y="2073413"/>
                  </a:lnTo>
                  <a:lnTo>
                    <a:pt x="1722642" y="2064427"/>
                  </a:lnTo>
                  <a:lnTo>
                    <a:pt x="1661887" y="2068756"/>
                  </a:lnTo>
                  <a:lnTo>
                    <a:pt x="1646522" y="2080429"/>
                  </a:lnTo>
                  <a:lnTo>
                    <a:pt x="1655737" y="2122852"/>
                  </a:lnTo>
                  <a:lnTo>
                    <a:pt x="1633339" y="2128411"/>
                  </a:lnTo>
                  <a:lnTo>
                    <a:pt x="1611449" y="2116349"/>
                  </a:lnTo>
                  <a:lnTo>
                    <a:pt x="1592182" y="2130750"/>
                  </a:lnTo>
                  <a:lnTo>
                    <a:pt x="1576090" y="2146546"/>
                  </a:lnTo>
                  <a:lnTo>
                    <a:pt x="1544478" y="2184025"/>
                  </a:lnTo>
                  <a:lnTo>
                    <a:pt x="1533896" y="2207104"/>
                  </a:lnTo>
                  <a:lnTo>
                    <a:pt x="1531163" y="2250574"/>
                  </a:lnTo>
                  <a:lnTo>
                    <a:pt x="1547762" y="2289551"/>
                  </a:lnTo>
                  <a:lnTo>
                    <a:pt x="1562488" y="2335195"/>
                  </a:lnTo>
                  <a:lnTo>
                    <a:pt x="1524571" y="2390276"/>
                  </a:lnTo>
                  <a:lnTo>
                    <a:pt x="1503409" y="2392142"/>
                  </a:lnTo>
                  <a:lnTo>
                    <a:pt x="1441640" y="2376859"/>
                  </a:lnTo>
                  <a:lnTo>
                    <a:pt x="1332166" y="2411385"/>
                  </a:lnTo>
                  <a:lnTo>
                    <a:pt x="1233848" y="2384080"/>
                  </a:lnTo>
                  <a:lnTo>
                    <a:pt x="1246215" y="2354581"/>
                  </a:lnTo>
                  <a:lnTo>
                    <a:pt x="1245796" y="2332897"/>
                  </a:lnTo>
                  <a:lnTo>
                    <a:pt x="1251351" y="2299541"/>
                  </a:lnTo>
                  <a:lnTo>
                    <a:pt x="1254658" y="2265426"/>
                  </a:lnTo>
                  <a:lnTo>
                    <a:pt x="1253732" y="2242594"/>
                  </a:lnTo>
                  <a:lnTo>
                    <a:pt x="1246523" y="2218264"/>
                  </a:lnTo>
                  <a:lnTo>
                    <a:pt x="1222274" y="2186426"/>
                  </a:lnTo>
                  <a:lnTo>
                    <a:pt x="1167648" y="2078972"/>
                  </a:lnTo>
                  <a:lnTo>
                    <a:pt x="1151489" y="2033615"/>
                  </a:lnTo>
                  <a:lnTo>
                    <a:pt x="1140246" y="2014721"/>
                  </a:lnTo>
                  <a:lnTo>
                    <a:pt x="1148337" y="2013696"/>
                  </a:lnTo>
                  <a:lnTo>
                    <a:pt x="1193330" y="2038046"/>
                  </a:lnTo>
                  <a:lnTo>
                    <a:pt x="1203823" y="2035051"/>
                  </a:lnTo>
                  <a:lnTo>
                    <a:pt x="1214845" y="2025902"/>
                  </a:lnTo>
                  <a:lnTo>
                    <a:pt x="1201420" y="1991048"/>
                  </a:lnTo>
                  <a:lnTo>
                    <a:pt x="1189891" y="1975273"/>
                  </a:lnTo>
                  <a:lnTo>
                    <a:pt x="1182065" y="1951681"/>
                  </a:lnTo>
                  <a:lnTo>
                    <a:pt x="1208408" y="1945301"/>
                  </a:lnTo>
                  <a:lnTo>
                    <a:pt x="1227433" y="1946717"/>
                  </a:lnTo>
                  <a:lnTo>
                    <a:pt x="1241453" y="1920171"/>
                  </a:lnTo>
                  <a:lnTo>
                    <a:pt x="1233363" y="1877256"/>
                  </a:lnTo>
                  <a:lnTo>
                    <a:pt x="1212927" y="1864044"/>
                  </a:lnTo>
                  <a:lnTo>
                    <a:pt x="1195865" y="1858300"/>
                  </a:lnTo>
                  <a:lnTo>
                    <a:pt x="1163151" y="1790891"/>
                  </a:lnTo>
                  <a:lnTo>
                    <a:pt x="1129026" y="1755975"/>
                  </a:lnTo>
                  <a:lnTo>
                    <a:pt x="1068160" y="1621299"/>
                  </a:lnTo>
                  <a:lnTo>
                    <a:pt x="1045895" y="1528862"/>
                  </a:lnTo>
                  <a:lnTo>
                    <a:pt x="1025196" y="1537642"/>
                  </a:lnTo>
                  <a:lnTo>
                    <a:pt x="1015143" y="1497373"/>
                  </a:lnTo>
                  <a:lnTo>
                    <a:pt x="1007935" y="1459237"/>
                  </a:lnTo>
                  <a:lnTo>
                    <a:pt x="1006502" y="1431194"/>
                  </a:lnTo>
                  <a:lnTo>
                    <a:pt x="974052" y="1415131"/>
                  </a:lnTo>
                  <a:lnTo>
                    <a:pt x="972729" y="1395479"/>
                  </a:lnTo>
                  <a:lnTo>
                    <a:pt x="966888" y="1307780"/>
                  </a:lnTo>
                  <a:lnTo>
                    <a:pt x="932079" y="1296005"/>
                  </a:lnTo>
                  <a:lnTo>
                    <a:pt x="909572" y="1246792"/>
                  </a:lnTo>
                  <a:lnTo>
                    <a:pt x="905560" y="1153678"/>
                  </a:lnTo>
                  <a:lnTo>
                    <a:pt x="882633" y="1136733"/>
                  </a:lnTo>
                  <a:lnTo>
                    <a:pt x="864182" y="1141431"/>
                  </a:lnTo>
                  <a:lnTo>
                    <a:pt x="865042" y="1118352"/>
                  </a:lnTo>
                  <a:lnTo>
                    <a:pt x="869451" y="1096689"/>
                  </a:lnTo>
                  <a:lnTo>
                    <a:pt x="858671" y="1010857"/>
                  </a:lnTo>
                  <a:lnTo>
                    <a:pt x="855078" y="932514"/>
                  </a:lnTo>
                  <a:lnTo>
                    <a:pt x="846326" y="908861"/>
                  </a:lnTo>
                  <a:lnTo>
                    <a:pt x="841366" y="881166"/>
                  </a:lnTo>
                  <a:lnTo>
                    <a:pt x="845819" y="857247"/>
                  </a:lnTo>
                  <a:lnTo>
                    <a:pt x="852344" y="843502"/>
                  </a:lnTo>
                  <a:lnTo>
                    <a:pt x="874807" y="839892"/>
                  </a:lnTo>
                  <a:lnTo>
                    <a:pt x="895794" y="8610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h323"/>
            <p:cNvSpPr/>
            <p:nvPr/>
          </p:nvSpPr>
          <p:spPr>
            <a:xfrm>
              <a:off x="10653663" y="3504793"/>
              <a:ext cx="957982" cy="914400"/>
            </a:xfrm>
            <a:custGeom>
              <a:avLst/>
              <a:gdLst/>
              <a:ahLst/>
              <a:cxnLst/>
              <a:rect l="0" t="0" r="0" b="0"/>
              <a:pathLst>
                <a:path w="957982" h="914400">
                  <a:moveTo>
                    <a:pt x="914400" y="914400"/>
                  </a:moveTo>
                  <a:lnTo>
                    <a:pt x="902694" y="912410"/>
                  </a:lnTo>
                  <a:lnTo>
                    <a:pt x="892024" y="893065"/>
                  </a:lnTo>
                  <a:lnTo>
                    <a:pt x="913606" y="863524"/>
                  </a:lnTo>
                  <a:lnTo>
                    <a:pt x="946629" y="865124"/>
                  </a:lnTo>
                  <a:lnTo>
                    <a:pt x="957982" y="871279"/>
                  </a:lnTo>
                  <a:lnTo>
                    <a:pt x="918456" y="88820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h324"/>
            <p:cNvSpPr/>
            <p:nvPr/>
          </p:nvSpPr>
          <p:spPr>
            <a:xfrm>
              <a:off x="10480635" y="3017723"/>
              <a:ext cx="940059" cy="914400"/>
            </a:xfrm>
            <a:custGeom>
              <a:avLst/>
              <a:gdLst/>
              <a:ahLst/>
              <a:cxnLst/>
              <a:rect l="0" t="0" r="0" b="0"/>
              <a:pathLst>
                <a:path w="940059" h="914400">
                  <a:moveTo>
                    <a:pt x="914400" y="914400"/>
                  </a:moveTo>
                  <a:lnTo>
                    <a:pt x="909439" y="913128"/>
                  </a:lnTo>
                  <a:lnTo>
                    <a:pt x="915612" y="893619"/>
                  </a:lnTo>
                  <a:lnTo>
                    <a:pt x="920197" y="885187"/>
                  </a:lnTo>
                  <a:lnTo>
                    <a:pt x="935408" y="877310"/>
                  </a:lnTo>
                  <a:lnTo>
                    <a:pt x="940059" y="878684"/>
                  </a:lnTo>
                  <a:lnTo>
                    <a:pt x="924408" y="91039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h325"/>
            <p:cNvSpPr/>
            <p:nvPr/>
          </p:nvSpPr>
          <p:spPr>
            <a:xfrm>
              <a:off x="10525429" y="2842244"/>
              <a:ext cx="943322" cy="914400"/>
            </a:xfrm>
            <a:custGeom>
              <a:avLst/>
              <a:gdLst/>
              <a:ahLst/>
              <a:cxnLst/>
              <a:rect l="0" t="0" r="0" b="0"/>
              <a:pathLst>
                <a:path w="943322" h="914400">
                  <a:moveTo>
                    <a:pt x="914400" y="914400"/>
                  </a:moveTo>
                  <a:lnTo>
                    <a:pt x="908712" y="897352"/>
                  </a:lnTo>
                  <a:lnTo>
                    <a:pt x="910983" y="894008"/>
                  </a:lnTo>
                  <a:lnTo>
                    <a:pt x="914862" y="877187"/>
                  </a:lnTo>
                  <a:lnTo>
                    <a:pt x="925819" y="867955"/>
                  </a:lnTo>
                  <a:lnTo>
                    <a:pt x="943322" y="873494"/>
                  </a:lnTo>
                  <a:lnTo>
                    <a:pt x="943212" y="877700"/>
                  </a:lnTo>
                  <a:lnTo>
                    <a:pt x="926480" y="891321"/>
                  </a:lnTo>
                  <a:lnTo>
                    <a:pt x="920065" y="90049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h326"/>
            <p:cNvSpPr/>
            <p:nvPr/>
          </p:nvSpPr>
          <p:spPr>
            <a:xfrm>
              <a:off x="10831077" y="4944277"/>
              <a:ext cx="931484" cy="915882"/>
            </a:xfrm>
            <a:custGeom>
              <a:avLst/>
              <a:gdLst/>
              <a:ahLst/>
              <a:cxnLst/>
              <a:rect l="0" t="0" r="0" b="0"/>
              <a:pathLst>
                <a:path w="931484" h="915882">
                  <a:moveTo>
                    <a:pt x="914400" y="914400"/>
                  </a:moveTo>
                  <a:lnTo>
                    <a:pt x="851176" y="908902"/>
                  </a:lnTo>
                  <a:lnTo>
                    <a:pt x="842181" y="903814"/>
                  </a:lnTo>
                  <a:lnTo>
                    <a:pt x="876968" y="867832"/>
                  </a:lnTo>
                  <a:lnTo>
                    <a:pt x="899630" y="830435"/>
                  </a:lnTo>
                  <a:lnTo>
                    <a:pt x="918875" y="781631"/>
                  </a:lnTo>
                  <a:lnTo>
                    <a:pt x="920925" y="747824"/>
                  </a:lnTo>
                  <a:lnTo>
                    <a:pt x="925730" y="709708"/>
                  </a:lnTo>
                  <a:lnTo>
                    <a:pt x="931484" y="706868"/>
                  </a:lnTo>
                  <a:lnTo>
                    <a:pt x="931484" y="91588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h327"/>
            <p:cNvSpPr/>
            <p:nvPr/>
          </p:nvSpPr>
          <p:spPr>
            <a:xfrm>
              <a:off x="9655308" y="5118914"/>
              <a:ext cx="2107254" cy="922092"/>
            </a:xfrm>
            <a:custGeom>
              <a:avLst/>
              <a:gdLst/>
              <a:ahLst/>
              <a:cxnLst/>
              <a:rect l="0" t="0" r="0" b="0"/>
              <a:pathLst>
                <a:path w="2107254" h="922092">
                  <a:moveTo>
                    <a:pt x="914400" y="914400"/>
                  </a:moveTo>
                  <a:lnTo>
                    <a:pt x="1043669" y="863319"/>
                  </a:lnTo>
                  <a:lnTo>
                    <a:pt x="1181734" y="815398"/>
                  </a:lnTo>
                  <a:lnTo>
                    <a:pt x="1213963" y="810187"/>
                  </a:lnTo>
                  <a:lnTo>
                    <a:pt x="1246369" y="800094"/>
                  </a:lnTo>
                  <a:lnTo>
                    <a:pt x="1258339" y="782165"/>
                  </a:lnTo>
                  <a:lnTo>
                    <a:pt x="1270287" y="770164"/>
                  </a:lnTo>
                  <a:lnTo>
                    <a:pt x="1289091" y="738551"/>
                  </a:lnTo>
                  <a:lnTo>
                    <a:pt x="1330667" y="689420"/>
                  </a:lnTo>
                  <a:lnTo>
                    <a:pt x="1404186" y="671531"/>
                  </a:lnTo>
                  <a:lnTo>
                    <a:pt x="1431631" y="648227"/>
                  </a:lnTo>
                  <a:lnTo>
                    <a:pt x="1489168" y="615589"/>
                  </a:lnTo>
                  <a:lnTo>
                    <a:pt x="1620333" y="578971"/>
                  </a:lnTo>
                  <a:lnTo>
                    <a:pt x="1675114" y="570930"/>
                  </a:lnTo>
                  <a:lnTo>
                    <a:pt x="1728792" y="569945"/>
                  </a:lnTo>
                  <a:lnTo>
                    <a:pt x="1776585" y="598829"/>
                  </a:lnTo>
                  <a:lnTo>
                    <a:pt x="1827177" y="634483"/>
                  </a:lnTo>
                  <a:lnTo>
                    <a:pt x="1836282" y="656002"/>
                  </a:lnTo>
                  <a:lnTo>
                    <a:pt x="1808902" y="642586"/>
                  </a:lnTo>
                  <a:lnTo>
                    <a:pt x="1769002" y="610563"/>
                  </a:lnTo>
                  <a:lnTo>
                    <a:pt x="1754254" y="609209"/>
                  </a:lnTo>
                  <a:lnTo>
                    <a:pt x="1788313" y="706611"/>
                  </a:lnTo>
                  <a:lnTo>
                    <a:pt x="1806940" y="741054"/>
                  </a:lnTo>
                  <a:lnTo>
                    <a:pt x="1844593" y="766820"/>
                  </a:lnTo>
                  <a:lnTo>
                    <a:pt x="1876160" y="775498"/>
                  </a:lnTo>
                  <a:lnTo>
                    <a:pt x="1973421" y="759886"/>
                  </a:lnTo>
                  <a:lnTo>
                    <a:pt x="2007965" y="739495"/>
                  </a:lnTo>
                  <a:lnTo>
                    <a:pt x="2017951" y="729176"/>
                  </a:lnTo>
                  <a:lnTo>
                    <a:pt x="2026945" y="734264"/>
                  </a:lnTo>
                  <a:lnTo>
                    <a:pt x="2090169" y="739762"/>
                  </a:lnTo>
                  <a:lnTo>
                    <a:pt x="2107254" y="741244"/>
                  </a:lnTo>
                  <a:lnTo>
                    <a:pt x="2107254" y="922092"/>
                  </a:lnTo>
                  <a:lnTo>
                    <a:pt x="899759" y="92209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h328"/>
            <p:cNvSpPr/>
            <p:nvPr/>
          </p:nvSpPr>
          <p:spPr>
            <a:xfrm>
              <a:off x="9113298" y="2231002"/>
              <a:ext cx="976257" cy="1754293"/>
            </a:xfrm>
            <a:custGeom>
              <a:avLst/>
              <a:gdLst/>
              <a:ahLst/>
              <a:cxnLst/>
              <a:rect l="0" t="0" r="0" b="0"/>
              <a:pathLst>
                <a:path w="976257" h="1754293">
                  <a:moveTo>
                    <a:pt x="914400" y="914400"/>
                  </a:moveTo>
                  <a:lnTo>
                    <a:pt x="943895" y="999472"/>
                  </a:lnTo>
                  <a:lnTo>
                    <a:pt x="968387" y="1059969"/>
                  </a:lnTo>
                  <a:lnTo>
                    <a:pt x="976257" y="1099848"/>
                  </a:lnTo>
                  <a:lnTo>
                    <a:pt x="968166" y="1140282"/>
                  </a:lnTo>
                  <a:lnTo>
                    <a:pt x="959811" y="1160981"/>
                  </a:lnTo>
                  <a:lnTo>
                    <a:pt x="959547" y="1188859"/>
                  </a:lnTo>
                  <a:lnTo>
                    <a:pt x="953110" y="1244350"/>
                  </a:lnTo>
                  <a:lnTo>
                    <a:pt x="934129" y="1272393"/>
                  </a:lnTo>
                  <a:lnTo>
                    <a:pt x="909285" y="1302980"/>
                  </a:lnTo>
                  <a:lnTo>
                    <a:pt x="881575" y="1325812"/>
                  </a:lnTo>
                  <a:lnTo>
                    <a:pt x="859597" y="1332233"/>
                  </a:lnTo>
                  <a:lnTo>
                    <a:pt x="840727" y="1334880"/>
                  </a:lnTo>
                  <a:lnTo>
                    <a:pt x="828051" y="1346491"/>
                  </a:lnTo>
                  <a:lnTo>
                    <a:pt x="816566" y="1380606"/>
                  </a:lnTo>
                  <a:lnTo>
                    <a:pt x="805962" y="1416444"/>
                  </a:lnTo>
                  <a:lnTo>
                    <a:pt x="771308" y="1460509"/>
                  </a:lnTo>
                  <a:lnTo>
                    <a:pt x="772234" y="1475854"/>
                  </a:lnTo>
                  <a:lnTo>
                    <a:pt x="785439" y="1528083"/>
                  </a:lnTo>
                  <a:lnTo>
                    <a:pt x="797806" y="1587554"/>
                  </a:lnTo>
                  <a:lnTo>
                    <a:pt x="787357" y="1643147"/>
                  </a:lnTo>
                  <a:lnTo>
                    <a:pt x="778406" y="1701510"/>
                  </a:lnTo>
                  <a:lnTo>
                    <a:pt x="762733" y="1740405"/>
                  </a:lnTo>
                  <a:lnTo>
                    <a:pt x="740335" y="1754293"/>
                  </a:lnTo>
                  <a:lnTo>
                    <a:pt x="723890" y="1747359"/>
                  </a:lnTo>
                  <a:lnTo>
                    <a:pt x="705285" y="1694002"/>
                  </a:lnTo>
                  <a:lnTo>
                    <a:pt x="704866" y="1681734"/>
                  </a:lnTo>
                  <a:lnTo>
                    <a:pt x="700236" y="1665426"/>
                  </a:lnTo>
                  <a:lnTo>
                    <a:pt x="647462" y="1649178"/>
                  </a:lnTo>
                  <a:lnTo>
                    <a:pt x="638137" y="1649773"/>
                  </a:lnTo>
                  <a:lnTo>
                    <a:pt x="617393" y="1640255"/>
                  </a:lnTo>
                  <a:lnTo>
                    <a:pt x="605224" y="1637567"/>
                  </a:lnTo>
                  <a:lnTo>
                    <a:pt x="580270" y="1632069"/>
                  </a:lnTo>
                  <a:lnTo>
                    <a:pt x="559526" y="1584989"/>
                  </a:lnTo>
                  <a:lnTo>
                    <a:pt x="537481" y="1545828"/>
                  </a:lnTo>
                  <a:lnTo>
                    <a:pt x="534351" y="1529457"/>
                  </a:lnTo>
                  <a:lnTo>
                    <a:pt x="535100" y="1456221"/>
                  </a:lnTo>
                  <a:lnTo>
                    <a:pt x="528355" y="1423645"/>
                  </a:lnTo>
                  <a:lnTo>
                    <a:pt x="526283" y="1388135"/>
                  </a:lnTo>
                  <a:lnTo>
                    <a:pt x="512417" y="1417019"/>
                  </a:lnTo>
                  <a:lnTo>
                    <a:pt x="520463" y="1462683"/>
                  </a:lnTo>
                  <a:lnTo>
                    <a:pt x="503356" y="1481844"/>
                  </a:lnTo>
                  <a:lnTo>
                    <a:pt x="481775" y="1491157"/>
                  </a:lnTo>
                  <a:lnTo>
                    <a:pt x="483803" y="1517908"/>
                  </a:lnTo>
                  <a:lnTo>
                    <a:pt x="492665" y="1522975"/>
                  </a:lnTo>
                  <a:lnTo>
                    <a:pt x="494516" y="1550751"/>
                  </a:lnTo>
                  <a:lnTo>
                    <a:pt x="489270" y="1591862"/>
                  </a:lnTo>
                  <a:lnTo>
                    <a:pt x="446790" y="1683273"/>
                  </a:lnTo>
                  <a:lnTo>
                    <a:pt x="438215" y="1693099"/>
                  </a:lnTo>
                  <a:lnTo>
                    <a:pt x="432395" y="1705449"/>
                  </a:lnTo>
                  <a:lnTo>
                    <a:pt x="410659" y="1697243"/>
                  </a:lnTo>
                  <a:lnTo>
                    <a:pt x="391899" y="1714370"/>
                  </a:lnTo>
                  <a:lnTo>
                    <a:pt x="391899" y="869084"/>
                  </a:lnTo>
                  <a:lnTo>
                    <a:pt x="909883" y="86908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h329"/>
            <p:cNvSpPr/>
            <p:nvPr/>
          </p:nvSpPr>
          <p:spPr>
            <a:xfrm>
              <a:off x="8595801" y="4843470"/>
              <a:ext cx="915899" cy="962534"/>
            </a:xfrm>
            <a:custGeom>
              <a:avLst/>
              <a:gdLst/>
              <a:ahLst/>
              <a:cxnLst/>
              <a:rect l="0" t="0" r="0" b="0"/>
              <a:pathLst>
                <a:path w="915899" h="962534">
                  <a:moveTo>
                    <a:pt x="914400" y="914400"/>
                  </a:moveTo>
                  <a:lnTo>
                    <a:pt x="915899" y="953315"/>
                  </a:lnTo>
                  <a:lnTo>
                    <a:pt x="909395" y="962534"/>
                  </a:lnTo>
                  <a:lnTo>
                    <a:pt x="909395" y="90563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h330"/>
            <p:cNvSpPr/>
            <p:nvPr/>
          </p:nvSpPr>
          <p:spPr>
            <a:xfrm>
              <a:off x="8623180" y="4921403"/>
              <a:ext cx="1122280" cy="1119603"/>
            </a:xfrm>
            <a:custGeom>
              <a:avLst/>
              <a:gdLst/>
              <a:ahLst/>
              <a:cxnLst/>
              <a:rect l="0" t="0" r="0" b="0"/>
              <a:pathLst>
                <a:path w="1122280" h="1119603">
                  <a:moveTo>
                    <a:pt x="914400" y="914400"/>
                  </a:moveTo>
                  <a:lnTo>
                    <a:pt x="920572" y="930462"/>
                  </a:lnTo>
                  <a:lnTo>
                    <a:pt x="929963" y="947797"/>
                  </a:lnTo>
                  <a:lnTo>
                    <a:pt x="963383" y="935447"/>
                  </a:lnTo>
                  <a:lnTo>
                    <a:pt x="1047152" y="986733"/>
                  </a:lnTo>
                  <a:lnTo>
                    <a:pt x="1097810" y="961767"/>
                  </a:lnTo>
                  <a:lnTo>
                    <a:pt x="1110773" y="960310"/>
                  </a:lnTo>
                  <a:lnTo>
                    <a:pt x="1122280" y="1001749"/>
                  </a:lnTo>
                  <a:lnTo>
                    <a:pt x="1109692" y="1043496"/>
                  </a:lnTo>
                  <a:lnTo>
                    <a:pt x="1065030" y="1088032"/>
                  </a:lnTo>
                  <a:lnTo>
                    <a:pt x="1074928" y="1115480"/>
                  </a:lnTo>
                  <a:lnTo>
                    <a:pt x="1084581" y="1119603"/>
                  </a:lnTo>
                  <a:lnTo>
                    <a:pt x="882016" y="1119603"/>
                  </a:lnTo>
                  <a:lnTo>
                    <a:pt x="882016" y="91790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h331"/>
            <p:cNvSpPr/>
            <p:nvPr/>
          </p:nvSpPr>
          <p:spPr>
            <a:xfrm>
              <a:off x="8840077" y="5122750"/>
              <a:ext cx="923880" cy="918256"/>
            </a:xfrm>
            <a:custGeom>
              <a:avLst/>
              <a:gdLst/>
              <a:ahLst/>
              <a:cxnLst/>
              <a:rect l="0" t="0" r="0" b="0"/>
              <a:pathLst>
                <a:path w="923880" h="918256">
                  <a:moveTo>
                    <a:pt x="914400" y="914400"/>
                  </a:moveTo>
                  <a:lnTo>
                    <a:pt x="923880" y="918256"/>
                  </a:lnTo>
                  <a:lnTo>
                    <a:pt x="886527" y="91825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h332"/>
            <p:cNvSpPr/>
            <p:nvPr/>
          </p:nvSpPr>
          <p:spPr>
            <a:xfrm>
              <a:off x="8974681" y="5078911"/>
              <a:ext cx="1394463" cy="962095"/>
            </a:xfrm>
            <a:custGeom>
              <a:avLst/>
              <a:gdLst/>
              <a:ahLst/>
              <a:cxnLst/>
              <a:rect l="0" t="0" r="0" b="0"/>
              <a:pathLst>
                <a:path w="1394463" h="962095">
                  <a:moveTo>
                    <a:pt x="914400" y="914400"/>
                  </a:moveTo>
                  <a:lnTo>
                    <a:pt x="936003" y="900983"/>
                  </a:lnTo>
                  <a:lnTo>
                    <a:pt x="1007119" y="891383"/>
                  </a:lnTo>
                  <a:lnTo>
                    <a:pt x="1020059" y="867196"/>
                  </a:lnTo>
                  <a:lnTo>
                    <a:pt x="1048871" y="842866"/>
                  </a:lnTo>
                  <a:lnTo>
                    <a:pt x="1067433" y="816300"/>
                  </a:lnTo>
                  <a:lnTo>
                    <a:pt x="1111875" y="765733"/>
                  </a:lnTo>
                  <a:lnTo>
                    <a:pt x="1157860" y="774841"/>
                  </a:lnTo>
                  <a:lnTo>
                    <a:pt x="1184710" y="784524"/>
                  </a:lnTo>
                  <a:lnTo>
                    <a:pt x="1214184" y="789406"/>
                  </a:lnTo>
                  <a:lnTo>
                    <a:pt x="1241012" y="843318"/>
                  </a:lnTo>
                  <a:lnTo>
                    <a:pt x="1308865" y="902912"/>
                  </a:lnTo>
                  <a:lnTo>
                    <a:pt x="1371207" y="897721"/>
                  </a:lnTo>
                  <a:lnTo>
                    <a:pt x="1393340" y="954095"/>
                  </a:lnTo>
                  <a:lnTo>
                    <a:pt x="1394463" y="962095"/>
                  </a:lnTo>
                  <a:lnTo>
                    <a:pt x="873154" y="96209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h333"/>
            <p:cNvSpPr/>
            <p:nvPr/>
          </p:nvSpPr>
          <p:spPr>
            <a:xfrm>
              <a:off x="9433738" y="4994085"/>
              <a:ext cx="914400" cy="943632"/>
            </a:xfrm>
            <a:custGeom>
              <a:avLst/>
              <a:gdLst/>
              <a:ahLst/>
              <a:cxnLst/>
              <a:rect l="0" t="0" r="0" b="0"/>
              <a:pathLst>
                <a:path w="914400" h="943632">
                  <a:moveTo>
                    <a:pt x="914400" y="914400"/>
                  </a:moveTo>
                  <a:lnTo>
                    <a:pt x="908337" y="928800"/>
                  </a:lnTo>
                  <a:lnTo>
                    <a:pt x="882964" y="904840"/>
                  </a:lnTo>
                  <a:lnTo>
                    <a:pt x="857480" y="905168"/>
                  </a:lnTo>
                  <a:lnTo>
                    <a:pt x="842248" y="942073"/>
                  </a:lnTo>
                  <a:lnTo>
                    <a:pt x="830917" y="943632"/>
                  </a:lnTo>
                  <a:lnTo>
                    <a:pt x="791567" y="910112"/>
                  </a:lnTo>
                  <a:lnTo>
                    <a:pt x="785262" y="893762"/>
                  </a:lnTo>
                  <a:lnTo>
                    <a:pt x="783962" y="880161"/>
                  </a:lnTo>
                  <a:lnTo>
                    <a:pt x="789583" y="833081"/>
                  </a:lnTo>
                  <a:lnTo>
                    <a:pt x="788547" y="818270"/>
                  </a:lnTo>
                  <a:lnTo>
                    <a:pt x="800914" y="802084"/>
                  </a:lnTo>
                  <a:lnTo>
                    <a:pt x="802832" y="778698"/>
                  </a:lnTo>
                  <a:lnTo>
                    <a:pt x="824700" y="754040"/>
                  </a:lnTo>
                  <a:lnTo>
                    <a:pt x="844099" y="753117"/>
                  </a:lnTo>
                  <a:lnTo>
                    <a:pt x="850272" y="774000"/>
                  </a:lnTo>
                  <a:lnTo>
                    <a:pt x="859553" y="788381"/>
                  </a:lnTo>
                  <a:lnTo>
                    <a:pt x="892245" y="804505"/>
                  </a:lnTo>
                  <a:lnTo>
                    <a:pt x="897117" y="811828"/>
                  </a:lnTo>
                  <a:lnTo>
                    <a:pt x="900071" y="821962"/>
                  </a:lnTo>
                  <a:lnTo>
                    <a:pt x="884860" y="841820"/>
                  </a:lnTo>
                  <a:lnTo>
                    <a:pt x="879701" y="851995"/>
                  </a:lnTo>
                  <a:lnTo>
                    <a:pt x="884529" y="868304"/>
                  </a:lnTo>
                  <a:lnTo>
                    <a:pt x="908756" y="88613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h334"/>
            <p:cNvSpPr/>
            <p:nvPr/>
          </p:nvSpPr>
          <p:spPr>
            <a:xfrm>
              <a:off x="9464953" y="5111365"/>
              <a:ext cx="967951" cy="929642"/>
            </a:xfrm>
            <a:custGeom>
              <a:avLst/>
              <a:gdLst/>
              <a:ahLst/>
              <a:cxnLst/>
              <a:rect l="0" t="0" r="0" b="0"/>
              <a:pathLst>
                <a:path w="967951" h="929642">
                  <a:moveTo>
                    <a:pt x="914400" y="914400"/>
                  </a:moveTo>
                  <a:lnTo>
                    <a:pt x="904171" y="904614"/>
                  </a:lnTo>
                  <a:lnTo>
                    <a:pt x="902650" y="890644"/>
                  </a:lnTo>
                  <a:lnTo>
                    <a:pt x="904303" y="876181"/>
                  </a:lnTo>
                  <a:lnTo>
                    <a:pt x="951963" y="915117"/>
                  </a:lnTo>
                  <a:lnTo>
                    <a:pt x="967951" y="929642"/>
                  </a:lnTo>
                  <a:lnTo>
                    <a:pt x="924566" y="92964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h335"/>
            <p:cNvSpPr/>
            <p:nvPr/>
          </p:nvSpPr>
          <p:spPr>
            <a:xfrm>
              <a:off x="8845721" y="4951826"/>
              <a:ext cx="949054" cy="914400"/>
            </a:xfrm>
            <a:custGeom>
              <a:avLst/>
              <a:gdLst/>
              <a:ahLst/>
              <a:cxnLst/>
              <a:rect l="0" t="0" r="0" b="0"/>
              <a:pathLst>
                <a:path w="949054" h="914400">
                  <a:moveTo>
                    <a:pt x="914400" y="914400"/>
                  </a:moveTo>
                  <a:lnTo>
                    <a:pt x="901173" y="897598"/>
                  </a:lnTo>
                  <a:lnTo>
                    <a:pt x="887858" y="893331"/>
                  </a:lnTo>
                  <a:lnTo>
                    <a:pt x="895022" y="872612"/>
                  </a:lnTo>
                  <a:lnTo>
                    <a:pt x="904391" y="865083"/>
                  </a:lnTo>
                  <a:lnTo>
                    <a:pt x="937943" y="878582"/>
                  </a:lnTo>
                  <a:lnTo>
                    <a:pt x="948480" y="905004"/>
                  </a:lnTo>
                  <a:lnTo>
                    <a:pt x="949054" y="913579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h336"/>
            <p:cNvSpPr/>
            <p:nvPr/>
          </p:nvSpPr>
          <p:spPr>
            <a:xfrm>
              <a:off x="10848162" y="2458322"/>
              <a:ext cx="914400" cy="1027555"/>
            </a:xfrm>
            <a:custGeom>
              <a:avLst/>
              <a:gdLst/>
              <a:ahLst/>
              <a:cxnLst/>
              <a:rect l="0" t="0" r="0" b="0"/>
              <a:pathLst>
                <a:path w="914400" h="1027555">
                  <a:moveTo>
                    <a:pt x="914400" y="914400"/>
                  </a:moveTo>
                  <a:lnTo>
                    <a:pt x="914400" y="1023311"/>
                  </a:lnTo>
                  <a:lnTo>
                    <a:pt x="869208" y="1027555"/>
                  </a:lnTo>
                  <a:lnTo>
                    <a:pt x="857062" y="1020314"/>
                  </a:lnTo>
                  <a:lnTo>
                    <a:pt x="840418" y="964002"/>
                  </a:lnTo>
                  <a:lnTo>
                    <a:pt x="843725" y="949457"/>
                  </a:lnTo>
                  <a:lnTo>
                    <a:pt x="854923" y="943262"/>
                  </a:lnTo>
                  <a:lnTo>
                    <a:pt x="864513" y="941929"/>
                  </a:lnTo>
                  <a:lnTo>
                    <a:pt x="865923" y="972249"/>
                  </a:lnTo>
                  <a:lnTo>
                    <a:pt x="880010" y="969233"/>
                  </a:lnTo>
                  <a:lnTo>
                    <a:pt x="884419" y="949252"/>
                  </a:lnTo>
                  <a:lnTo>
                    <a:pt x="885411" y="935180"/>
                  </a:lnTo>
                  <a:lnTo>
                    <a:pt x="881597" y="928082"/>
                  </a:lnTo>
                  <a:lnTo>
                    <a:pt x="872030" y="922584"/>
                  </a:lnTo>
                  <a:lnTo>
                    <a:pt x="866497" y="913147"/>
                  </a:lnTo>
                  <a:lnTo>
                    <a:pt x="874455" y="897967"/>
                  </a:lnTo>
                  <a:lnTo>
                    <a:pt x="889181" y="891402"/>
                  </a:lnTo>
                  <a:lnTo>
                    <a:pt x="901878" y="911691"/>
                  </a:lnTo>
                  <a:lnTo>
                    <a:pt x="912041" y="914358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h337"/>
            <p:cNvSpPr/>
            <p:nvPr/>
          </p:nvSpPr>
          <p:spPr>
            <a:xfrm>
              <a:off x="10773100" y="2536603"/>
              <a:ext cx="914400" cy="926872"/>
            </a:xfrm>
            <a:custGeom>
              <a:avLst/>
              <a:gdLst/>
              <a:ahLst/>
              <a:cxnLst/>
              <a:rect l="0" t="0" r="0" b="0"/>
              <a:pathLst>
                <a:path w="914400" h="926872">
                  <a:moveTo>
                    <a:pt x="914400" y="914400"/>
                  </a:moveTo>
                  <a:lnTo>
                    <a:pt x="905758" y="912040"/>
                  </a:lnTo>
                  <a:lnTo>
                    <a:pt x="899123" y="915261"/>
                  </a:lnTo>
                  <a:lnTo>
                    <a:pt x="894626" y="926872"/>
                  </a:lnTo>
                  <a:lnTo>
                    <a:pt x="884838" y="922708"/>
                  </a:lnTo>
                  <a:lnTo>
                    <a:pt x="880892" y="906071"/>
                  </a:lnTo>
                  <a:lnTo>
                    <a:pt x="888188" y="881166"/>
                  </a:lnTo>
                  <a:lnTo>
                    <a:pt x="905670" y="880223"/>
                  </a:lnTo>
                  <a:lnTo>
                    <a:pt x="913231" y="90498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h338"/>
            <p:cNvSpPr/>
            <p:nvPr/>
          </p:nvSpPr>
          <p:spPr>
            <a:xfrm>
              <a:off x="9171209" y="4418702"/>
              <a:ext cx="922798" cy="1297708"/>
            </a:xfrm>
            <a:custGeom>
              <a:avLst/>
              <a:gdLst/>
              <a:ahLst/>
              <a:cxnLst/>
              <a:rect l="0" t="0" r="0" b="0"/>
              <a:pathLst>
                <a:path w="922798" h="1297708">
                  <a:moveTo>
                    <a:pt x="914400" y="914400"/>
                  </a:moveTo>
                  <a:lnTo>
                    <a:pt x="908536" y="926646"/>
                  </a:lnTo>
                  <a:lnTo>
                    <a:pt x="899916" y="934709"/>
                  </a:lnTo>
                  <a:lnTo>
                    <a:pt x="877365" y="943263"/>
                  </a:lnTo>
                  <a:lnTo>
                    <a:pt x="857833" y="955202"/>
                  </a:lnTo>
                  <a:lnTo>
                    <a:pt x="840418" y="976188"/>
                  </a:lnTo>
                  <a:lnTo>
                    <a:pt x="834003" y="1006180"/>
                  </a:lnTo>
                  <a:lnTo>
                    <a:pt x="847626" y="1028130"/>
                  </a:lnTo>
                  <a:lnTo>
                    <a:pt x="872405" y="1040152"/>
                  </a:lnTo>
                  <a:lnTo>
                    <a:pt x="878709" y="1081939"/>
                  </a:lnTo>
                  <a:lnTo>
                    <a:pt x="858252" y="1102556"/>
                  </a:lnTo>
                  <a:lnTo>
                    <a:pt x="805764" y="1123132"/>
                  </a:lnTo>
                  <a:lnTo>
                    <a:pt x="800253" y="1172797"/>
                  </a:lnTo>
                  <a:lnTo>
                    <a:pt x="801950" y="1211938"/>
                  </a:lnTo>
                  <a:lnTo>
                    <a:pt x="801002" y="1240391"/>
                  </a:lnTo>
                  <a:lnTo>
                    <a:pt x="796836" y="1279758"/>
                  </a:lnTo>
                  <a:lnTo>
                    <a:pt x="754378" y="1297708"/>
                  </a:lnTo>
                  <a:lnTo>
                    <a:pt x="726976" y="1237745"/>
                  </a:lnTo>
                  <a:lnTo>
                    <a:pt x="726734" y="1213743"/>
                  </a:lnTo>
                  <a:lnTo>
                    <a:pt x="718555" y="1185721"/>
                  </a:lnTo>
                  <a:lnTo>
                    <a:pt x="717012" y="1161842"/>
                  </a:lnTo>
                  <a:lnTo>
                    <a:pt x="707313" y="1123645"/>
                  </a:lnTo>
                  <a:lnTo>
                    <a:pt x="667147" y="1113306"/>
                  </a:lnTo>
                  <a:lnTo>
                    <a:pt x="651562" y="1111952"/>
                  </a:lnTo>
                  <a:lnTo>
                    <a:pt x="629760" y="1119050"/>
                  </a:lnTo>
                  <a:lnTo>
                    <a:pt x="624359" y="1116280"/>
                  </a:lnTo>
                  <a:lnTo>
                    <a:pt x="598258" y="1064112"/>
                  </a:lnTo>
                  <a:lnTo>
                    <a:pt x="602557" y="1006549"/>
                  </a:lnTo>
                  <a:lnTo>
                    <a:pt x="588625" y="977501"/>
                  </a:lnTo>
                  <a:lnTo>
                    <a:pt x="586707" y="964352"/>
                  </a:lnTo>
                  <a:lnTo>
                    <a:pt x="587037" y="949787"/>
                  </a:lnTo>
                  <a:lnTo>
                    <a:pt x="575596" y="937786"/>
                  </a:lnTo>
                  <a:lnTo>
                    <a:pt x="561708" y="931426"/>
                  </a:lnTo>
                  <a:lnTo>
                    <a:pt x="554963" y="899034"/>
                  </a:lnTo>
                  <a:lnTo>
                    <a:pt x="570923" y="891177"/>
                  </a:lnTo>
                  <a:lnTo>
                    <a:pt x="610383" y="894973"/>
                  </a:lnTo>
                  <a:lnTo>
                    <a:pt x="621912" y="892757"/>
                  </a:lnTo>
                  <a:lnTo>
                    <a:pt x="632471" y="886008"/>
                  </a:lnTo>
                  <a:lnTo>
                    <a:pt x="664392" y="832753"/>
                  </a:lnTo>
                  <a:lnTo>
                    <a:pt x="663466" y="821019"/>
                  </a:lnTo>
                  <a:lnTo>
                    <a:pt x="666883" y="805797"/>
                  </a:lnTo>
                  <a:lnTo>
                    <a:pt x="701427" y="800156"/>
                  </a:lnTo>
                  <a:lnTo>
                    <a:pt x="716814" y="820732"/>
                  </a:lnTo>
                  <a:lnTo>
                    <a:pt x="713728" y="853677"/>
                  </a:lnTo>
                  <a:lnTo>
                    <a:pt x="715690" y="895896"/>
                  </a:lnTo>
                  <a:lnTo>
                    <a:pt x="736610" y="907384"/>
                  </a:lnTo>
                  <a:lnTo>
                    <a:pt x="744766" y="909066"/>
                  </a:lnTo>
                  <a:lnTo>
                    <a:pt x="753474" y="877884"/>
                  </a:lnTo>
                  <a:lnTo>
                    <a:pt x="759580" y="862724"/>
                  </a:lnTo>
                  <a:lnTo>
                    <a:pt x="767869" y="854272"/>
                  </a:lnTo>
                  <a:lnTo>
                    <a:pt x="770691" y="825778"/>
                  </a:lnTo>
                  <a:lnTo>
                    <a:pt x="765775" y="808382"/>
                  </a:lnTo>
                  <a:lnTo>
                    <a:pt x="755304" y="795417"/>
                  </a:lnTo>
                  <a:lnTo>
                    <a:pt x="794411" y="760132"/>
                  </a:lnTo>
                  <a:lnTo>
                    <a:pt x="834885" y="732192"/>
                  </a:lnTo>
                  <a:lnTo>
                    <a:pt x="858428" y="730736"/>
                  </a:lnTo>
                  <a:lnTo>
                    <a:pt x="882126" y="737567"/>
                  </a:lnTo>
                  <a:lnTo>
                    <a:pt x="904149" y="747003"/>
                  </a:lnTo>
                  <a:lnTo>
                    <a:pt x="916097" y="755127"/>
                  </a:lnTo>
                  <a:lnTo>
                    <a:pt x="922798" y="768174"/>
                  </a:lnTo>
                  <a:lnTo>
                    <a:pt x="908029" y="799274"/>
                  </a:lnTo>
                  <a:lnTo>
                    <a:pt x="903928" y="816300"/>
                  </a:lnTo>
                  <a:lnTo>
                    <a:pt x="913848" y="872345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h339"/>
            <p:cNvSpPr/>
            <p:nvPr/>
          </p:nvSpPr>
          <p:spPr>
            <a:xfrm>
              <a:off x="8649281" y="3606974"/>
              <a:ext cx="1064986" cy="1655189"/>
            </a:xfrm>
            <a:custGeom>
              <a:avLst/>
              <a:gdLst/>
              <a:ahLst/>
              <a:cxnLst/>
              <a:rect l="0" t="0" r="0" b="0"/>
              <a:pathLst>
                <a:path w="1064986" h="1655189">
                  <a:moveTo>
                    <a:pt x="914400" y="914400"/>
                  </a:moveTo>
                  <a:lnTo>
                    <a:pt x="976301" y="864673"/>
                  </a:lnTo>
                  <a:lnTo>
                    <a:pt x="993606" y="864037"/>
                  </a:lnTo>
                  <a:lnTo>
                    <a:pt x="964485" y="901106"/>
                  </a:lnTo>
                  <a:lnTo>
                    <a:pt x="959811" y="915446"/>
                  </a:lnTo>
                  <a:lnTo>
                    <a:pt x="956284" y="937437"/>
                  </a:lnTo>
                  <a:lnTo>
                    <a:pt x="977160" y="985194"/>
                  </a:lnTo>
                  <a:lnTo>
                    <a:pt x="972752" y="1014263"/>
                  </a:lnTo>
                  <a:lnTo>
                    <a:pt x="974228" y="1071456"/>
                  </a:lnTo>
                  <a:lnTo>
                    <a:pt x="954543" y="1101264"/>
                  </a:lnTo>
                  <a:lnTo>
                    <a:pt x="932322" y="1164673"/>
                  </a:lnTo>
                  <a:lnTo>
                    <a:pt x="922754" y="1174007"/>
                  </a:lnTo>
                  <a:lnTo>
                    <a:pt x="920704" y="1248022"/>
                  </a:lnTo>
                  <a:lnTo>
                    <a:pt x="922887" y="1265685"/>
                  </a:lnTo>
                  <a:lnTo>
                    <a:pt x="919734" y="1333075"/>
                  </a:lnTo>
                  <a:lnTo>
                    <a:pt x="942506" y="1360666"/>
                  </a:lnTo>
                  <a:lnTo>
                    <a:pt x="966579" y="1375088"/>
                  </a:lnTo>
                  <a:lnTo>
                    <a:pt x="1046865" y="1374575"/>
                  </a:lnTo>
                  <a:lnTo>
                    <a:pt x="1055198" y="1386699"/>
                  </a:lnTo>
                  <a:lnTo>
                    <a:pt x="1064986" y="1407541"/>
                  </a:lnTo>
                  <a:lnTo>
                    <a:pt x="1057822" y="1442928"/>
                  </a:lnTo>
                  <a:lnTo>
                    <a:pt x="1049246" y="1469617"/>
                  </a:lnTo>
                  <a:lnTo>
                    <a:pt x="1025989" y="1492101"/>
                  </a:lnTo>
                  <a:lnTo>
                    <a:pt x="996141" y="1508861"/>
                  </a:lnTo>
                  <a:lnTo>
                    <a:pt x="977579" y="1509599"/>
                  </a:lnTo>
                  <a:lnTo>
                    <a:pt x="952294" y="1477741"/>
                  </a:lnTo>
                  <a:lnTo>
                    <a:pt x="940280" y="1488080"/>
                  </a:lnTo>
                  <a:lnTo>
                    <a:pt x="927869" y="1504327"/>
                  </a:lnTo>
                  <a:lnTo>
                    <a:pt x="907081" y="1591513"/>
                  </a:lnTo>
                  <a:lnTo>
                    <a:pt x="897227" y="1650409"/>
                  </a:lnTo>
                  <a:lnTo>
                    <a:pt x="891892" y="1655189"/>
                  </a:lnTo>
                  <a:lnTo>
                    <a:pt x="880142" y="1646511"/>
                  </a:lnTo>
                  <a:lnTo>
                    <a:pt x="859839" y="1645835"/>
                  </a:lnTo>
                  <a:lnTo>
                    <a:pt x="855915" y="1647971"/>
                  </a:lnTo>
                  <a:lnTo>
                    <a:pt x="855915" y="927634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h340"/>
            <p:cNvSpPr/>
            <p:nvPr/>
          </p:nvSpPr>
          <p:spPr>
            <a:xfrm>
              <a:off x="8596132" y="4386577"/>
              <a:ext cx="914400" cy="924841"/>
            </a:xfrm>
            <a:custGeom>
              <a:avLst/>
              <a:gdLst/>
              <a:ahLst/>
              <a:cxnLst/>
              <a:rect l="0" t="0" r="0" b="0"/>
              <a:pathLst>
                <a:path w="914400" h="924841">
                  <a:moveTo>
                    <a:pt x="914400" y="914400"/>
                  </a:moveTo>
                  <a:lnTo>
                    <a:pt x="909065" y="924841"/>
                  </a:lnTo>
                  <a:lnTo>
                    <a:pt x="909065" y="90607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h341"/>
            <p:cNvSpPr/>
            <p:nvPr/>
          </p:nvSpPr>
          <p:spPr>
            <a:xfrm>
              <a:off x="8745837" y="4472203"/>
              <a:ext cx="944292" cy="1128178"/>
            </a:xfrm>
            <a:custGeom>
              <a:avLst/>
              <a:gdLst/>
              <a:ahLst/>
              <a:cxnLst/>
              <a:rect l="0" t="0" r="0" b="0"/>
              <a:pathLst>
                <a:path w="944292" h="1128178">
                  <a:moveTo>
                    <a:pt x="914400" y="914400"/>
                  </a:moveTo>
                  <a:lnTo>
                    <a:pt x="925973" y="961151"/>
                  </a:lnTo>
                  <a:lnTo>
                    <a:pt x="944292" y="1013442"/>
                  </a:lnTo>
                  <a:lnTo>
                    <a:pt x="936642" y="1035331"/>
                  </a:lnTo>
                  <a:lnTo>
                    <a:pt x="941845" y="1063374"/>
                  </a:lnTo>
                  <a:lnTo>
                    <a:pt x="936620" y="1092627"/>
                  </a:lnTo>
                  <a:lnTo>
                    <a:pt x="900181" y="1126640"/>
                  </a:lnTo>
                  <a:lnTo>
                    <a:pt x="859310" y="1128178"/>
                  </a:lnTo>
                  <a:lnTo>
                    <a:pt x="816830" y="1111746"/>
                  </a:lnTo>
                  <a:lnTo>
                    <a:pt x="759360" y="1081450"/>
                  </a:lnTo>
                  <a:lnTo>
                    <a:pt x="759360" y="923148"/>
                  </a:lnTo>
                  <a:lnTo>
                    <a:pt x="823951" y="892039"/>
                  </a:lnTo>
                  <a:lnTo>
                    <a:pt x="839183" y="897024"/>
                  </a:lnTo>
                  <a:lnTo>
                    <a:pt x="855078" y="913251"/>
                  </a:lnTo>
                  <a:lnTo>
                    <a:pt x="873375" y="914215"/>
                  </a:lnTo>
                  <a:lnTo>
                    <a:pt x="899938" y="891198"/>
                  </a:lnTo>
                  <a:lnTo>
                    <a:pt x="904986" y="89247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h342"/>
            <p:cNvSpPr/>
            <p:nvPr/>
          </p:nvSpPr>
          <p:spPr>
            <a:xfrm>
              <a:off x="8938065" y="4778070"/>
              <a:ext cx="965763" cy="998734"/>
            </a:xfrm>
            <a:custGeom>
              <a:avLst/>
              <a:gdLst/>
              <a:ahLst/>
              <a:cxnLst/>
              <a:rect l="0" t="0" r="0" b="0"/>
              <a:pathLst>
                <a:path w="965763" h="998734">
                  <a:moveTo>
                    <a:pt x="914400" y="914400"/>
                  </a:moveTo>
                  <a:lnTo>
                    <a:pt x="941426" y="912902"/>
                  </a:lnTo>
                  <a:lnTo>
                    <a:pt x="959811" y="923713"/>
                  </a:lnTo>
                  <a:lnTo>
                    <a:pt x="964198" y="940412"/>
                  </a:lnTo>
                  <a:lnTo>
                    <a:pt x="965763" y="977481"/>
                  </a:lnTo>
                  <a:lnTo>
                    <a:pt x="946452" y="988292"/>
                  </a:lnTo>
                  <a:lnTo>
                    <a:pt x="925135" y="984620"/>
                  </a:lnTo>
                  <a:lnTo>
                    <a:pt x="896125" y="998734"/>
                  </a:lnTo>
                  <a:lnTo>
                    <a:pt x="800892" y="938134"/>
                  </a:lnTo>
                  <a:lnTo>
                    <a:pt x="802281" y="887608"/>
                  </a:lnTo>
                  <a:lnTo>
                    <a:pt x="806094" y="867771"/>
                  </a:lnTo>
                  <a:lnTo>
                    <a:pt x="851220" y="863052"/>
                  </a:lnTo>
                  <a:lnTo>
                    <a:pt x="874455" y="888326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h343"/>
            <p:cNvSpPr/>
            <p:nvPr/>
          </p:nvSpPr>
          <p:spPr>
            <a:xfrm>
              <a:off x="8746498" y="4813580"/>
              <a:ext cx="973391" cy="914400"/>
            </a:xfrm>
            <a:custGeom>
              <a:avLst/>
              <a:gdLst/>
              <a:ahLst/>
              <a:cxnLst/>
              <a:rect l="0" t="0" r="0" b="0"/>
              <a:pathLst>
                <a:path w="973391" h="914400">
                  <a:moveTo>
                    <a:pt x="914400" y="914400"/>
                  </a:moveTo>
                  <a:lnTo>
                    <a:pt x="900798" y="880366"/>
                  </a:lnTo>
                  <a:lnTo>
                    <a:pt x="899034" y="869719"/>
                  </a:lnTo>
                  <a:lnTo>
                    <a:pt x="915017" y="847933"/>
                  </a:lnTo>
                  <a:lnTo>
                    <a:pt x="925356" y="823255"/>
                  </a:lnTo>
                  <a:lnTo>
                    <a:pt x="952096" y="785365"/>
                  </a:lnTo>
                  <a:lnTo>
                    <a:pt x="967505" y="740972"/>
                  </a:lnTo>
                  <a:lnTo>
                    <a:pt x="973391" y="741670"/>
                  </a:lnTo>
                  <a:lnTo>
                    <a:pt x="966557" y="781201"/>
                  </a:lnTo>
                  <a:lnTo>
                    <a:pt x="931440" y="891465"/>
                  </a:lnTo>
                  <a:lnTo>
                    <a:pt x="924408" y="91202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h344"/>
            <p:cNvSpPr/>
            <p:nvPr/>
          </p:nvSpPr>
          <p:spPr>
            <a:xfrm>
              <a:off x="9157629" y="4727113"/>
              <a:ext cx="923019" cy="938935"/>
            </a:xfrm>
            <a:custGeom>
              <a:avLst/>
              <a:gdLst/>
              <a:ahLst/>
              <a:cxnLst/>
              <a:rect l="0" t="0" r="0" b="0"/>
              <a:pathLst>
                <a:path w="923019" h="938935">
                  <a:moveTo>
                    <a:pt x="914400" y="914400"/>
                  </a:moveTo>
                  <a:lnTo>
                    <a:pt x="879745" y="909804"/>
                  </a:lnTo>
                  <a:lnTo>
                    <a:pt x="840682" y="938935"/>
                  </a:lnTo>
                  <a:lnTo>
                    <a:pt x="825868" y="929724"/>
                  </a:lnTo>
                  <a:lnTo>
                    <a:pt x="831468" y="911117"/>
                  </a:lnTo>
                  <a:lnTo>
                    <a:pt x="835546" y="904348"/>
                  </a:lnTo>
                  <a:lnTo>
                    <a:pt x="848685" y="896450"/>
                  </a:lnTo>
                  <a:lnTo>
                    <a:pt x="857458" y="884900"/>
                  </a:lnTo>
                  <a:lnTo>
                    <a:pt x="860897" y="866827"/>
                  </a:lnTo>
                  <a:lnTo>
                    <a:pt x="869032" y="876571"/>
                  </a:lnTo>
                  <a:lnTo>
                    <a:pt x="893215" y="880654"/>
                  </a:lnTo>
                  <a:lnTo>
                    <a:pt x="905031" y="886418"/>
                  </a:lnTo>
                  <a:lnTo>
                    <a:pt x="914907" y="894890"/>
                  </a:lnTo>
                  <a:lnTo>
                    <a:pt x="923019" y="90814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h345"/>
            <p:cNvSpPr/>
            <p:nvPr/>
          </p:nvSpPr>
          <p:spPr>
            <a:xfrm>
              <a:off x="9171297" y="4473721"/>
              <a:ext cx="935650" cy="914400"/>
            </a:xfrm>
            <a:custGeom>
              <a:avLst/>
              <a:gdLst/>
              <a:ahLst/>
              <a:cxnLst/>
              <a:rect l="0" t="0" r="0" b="0"/>
              <a:pathLst>
                <a:path w="935650" h="914400">
                  <a:moveTo>
                    <a:pt x="914400" y="914400"/>
                  </a:moveTo>
                  <a:lnTo>
                    <a:pt x="909726" y="913456"/>
                  </a:lnTo>
                  <a:lnTo>
                    <a:pt x="902826" y="888941"/>
                  </a:lnTo>
                  <a:lnTo>
                    <a:pt x="914025" y="874027"/>
                  </a:lnTo>
                  <a:lnTo>
                    <a:pt x="920638" y="861370"/>
                  </a:lnTo>
                  <a:lnTo>
                    <a:pt x="925334" y="861739"/>
                  </a:lnTo>
                  <a:lnTo>
                    <a:pt x="931749" y="875422"/>
                  </a:lnTo>
                  <a:lnTo>
                    <a:pt x="935650" y="896532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h346"/>
            <p:cNvSpPr/>
            <p:nvPr/>
          </p:nvSpPr>
          <p:spPr>
            <a:xfrm>
              <a:off x="8684993" y="4774891"/>
              <a:ext cx="934173" cy="914400"/>
            </a:xfrm>
            <a:custGeom>
              <a:avLst/>
              <a:gdLst/>
              <a:ahLst/>
              <a:cxnLst/>
              <a:rect l="0" t="0" r="0" b="0"/>
              <a:pathLst>
                <a:path w="934173" h="914400">
                  <a:moveTo>
                    <a:pt x="914400" y="914400"/>
                  </a:moveTo>
                  <a:lnTo>
                    <a:pt x="897072" y="905250"/>
                  </a:lnTo>
                  <a:lnTo>
                    <a:pt x="868877" y="870786"/>
                  </a:lnTo>
                  <a:lnTo>
                    <a:pt x="865328" y="861637"/>
                  </a:lnTo>
                  <a:lnTo>
                    <a:pt x="880142" y="867483"/>
                  </a:lnTo>
                  <a:lnTo>
                    <a:pt x="898527" y="885495"/>
                  </a:lnTo>
                  <a:lnTo>
                    <a:pt x="913584" y="889331"/>
                  </a:lnTo>
                  <a:lnTo>
                    <a:pt x="934173" y="904573"/>
                  </a:lnTo>
                  <a:lnTo>
                    <a:pt x="929544" y="91003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h347"/>
            <p:cNvSpPr/>
            <p:nvPr/>
          </p:nvSpPr>
          <p:spPr>
            <a:xfrm>
              <a:off x="8590797" y="4757651"/>
              <a:ext cx="928221" cy="914400"/>
            </a:xfrm>
            <a:custGeom>
              <a:avLst/>
              <a:gdLst/>
              <a:ahLst/>
              <a:cxnLst/>
              <a:rect l="0" t="0" r="0" b="0"/>
              <a:pathLst>
                <a:path w="928221" h="914400">
                  <a:moveTo>
                    <a:pt x="914400" y="914400"/>
                  </a:moveTo>
                  <a:lnTo>
                    <a:pt x="914400" y="869563"/>
                  </a:lnTo>
                  <a:lnTo>
                    <a:pt x="927428" y="901914"/>
                  </a:lnTo>
                  <a:lnTo>
                    <a:pt x="928221" y="91096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h348"/>
            <p:cNvSpPr/>
            <p:nvPr/>
          </p:nvSpPr>
          <p:spPr>
            <a:xfrm>
              <a:off x="8724056" y="4385038"/>
              <a:ext cx="930514" cy="914400"/>
            </a:xfrm>
            <a:custGeom>
              <a:avLst/>
              <a:gdLst/>
              <a:ahLst/>
              <a:cxnLst/>
              <a:rect l="0" t="0" r="0" b="0"/>
              <a:pathLst>
                <a:path w="930514" h="914400">
                  <a:moveTo>
                    <a:pt x="914400" y="914400"/>
                  </a:moveTo>
                  <a:lnTo>
                    <a:pt x="900093" y="906543"/>
                  </a:lnTo>
                  <a:lnTo>
                    <a:pt x="898594" y="879361"/>
                  </a:lnTo>
                  <a:lnTo>
                    <a:pt x="904017" y="854949"/>
                  </a:lnTo>
                  <a:lnTo>
                    <a:pt x="897646" y="833122"/>
                  </a:lnTo>
                  <a:lnTo>
                    <a:pt x="904656" y="819090"/>
                  </a:lnTo>
                  <a:lnTo>
                    <a:pt x="924782" y="851770"/>
                  </a:lnTo>
                  <a:lnTo>
                    <a:pt x="930514" y="867135"/>
                  </a:lnTo>
                  <a:lnTo>
                    <a:pt x="922754" y="885495"/>
                  </a:lnTo>
                  <a:lnTo>
                    <a:pt x="918235" y="906850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h349"/>
            <p:cNvSpPr/>
            <p:nvPr/>
          </p:nvSpPr>
          <p:spPr>
            <a:xfrm>
              <a:off x="8819113" y="3769960"/>
              <a:ext cx="951214" cy="914400"/>
            </a:xfrm>
            <a:custGeom>
              <a:avLst/>
              <a:gdLst/>
              <a:ahLst/>
              <a:cxnLst/>
              <a:rect l="0" t="0" r="0" b="0"/>
              <a:pathLst>
                <a:path w="951214" h="914400">
                  <a:moveTo>
                    <a:pt x="914400" y="914400"/>
                  </a:moveTo>
                  <a:lnTo>
                    <a:pt x="883339" y="900470"/>
                  </a:lnTo>
                  <a:lnTo>
                    <a:pt x="897050" y="881002"/>
                  </a:lnTo>
                  <a:lnTo>
                    <a:pt x="931175" y="872038"/>
                  </a:lnTo>
                  <a:lnTo>
                    <a:pt x="951214" y="874992"/>
                  </a:lnTo>
                  <a:lnTo>
                    <a:pt x="929169" y="894316"/>
                  </a:lnTo>
                  <a:lnTo>
                    <a:pt x="923592" y="904553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h350"/>
            <p:cNvSpPr/>
            <p:nvPr/>
          </p:nvSpPr>
          <p:spPr>
            <a:xfrm>
              <a:off x="9730943" y="4704404"/>
              <a:ext cx="933887" cy="914400"/>
            </a:xfrm>
            <a:custGeom>
              <a:avLst/>
              <a:gdLst/>
              <a:ahLst/>
              <a:cxnLst/>
              <a:rect l="0" t="0" r="0" b="0"/>
              <a:pathLst>
                <a:path w="933887" h="914400">
                  <a:moveTo>
                    <a:pt x="914400" y="914400"/>
                  </a:moveTo>
                  <a:lnTo>
                    <a:pt x="877100" y="902624"/>
                  </a:lnTo>
                  <a:lnTo>
                    <a:pt x="831644" y="873515"/>
                  </a:lnTo>
                  <a:lnTo>
                    <a:pt x="838302" y="816465"/>
                  </a:lnTo>
                  <a:lnTo>
                    <a:pt x="849963" y="791806"/>
                  </a:lnTo>
                  <a:lnTo>
                    <a:pt x="932873" y="855749"/>
                  </a:lnTo>
                  <a:lnTo>
                    <a:pt x="933887" y="879854"/>
                  </a:lnTo>
                  <a:lnTo>
                    <a:pt x="922732" y="907281"/>
                  </a:lnTo>
                  <a:close/>
                </a:path>
              </a:pathLst>
            </a:custGeom>
            <a:solidFill>
              <a:srgbClr val="FFEFDB">
                <a:alpha val="100000"/>
              </a:srgbClr>
            </a:solidFill>
            <a:ln w="5420" cap="flat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t351"/>
            <p:cNvSpPr/>
            <p:nvPr/>
          </p:nvSpPr>
          <p:spPr>
            <a:xfrm>
              <a:off x="10101557" y="5244856"/>
              <a:ext cx="117405" cy="117405"/>
            </a:xfrm>
            <a:prstGeom prst="ellipse">
              <a:avLst/>
            </a:prstGeom>
            <a:solidFill>
              <a:srgbClr val="D746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t352"/>
            <p:cNvSpPr/>
            <p:nvPr/>
          </p:nvSpPr>
          <p:spPr>
            <a:xfrm>
              <a:off x="11495884" y="3530903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t353"/>
            <p:cNvSpPr/>
            <p:nvPr/>
          </p:nvSpPr>
          <p:spPr>
            <a:xfrm>
              <a:off x="10022441" y="5059318"/>
              <a:ext cx="117405" cy="117405"/>
            </a:xfrm>
            <a:prstGeom prst="ellipse">
              <a:avLst/>
            </a:prstGeom>
            <a:solidFill>
              <a:srgbClr val="F88E6C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t354"/>
            <p:cNvSpPr/>
            <p:nvPr/>
          </p:nvSpPr>
          <p:spPr>
            <a:xfrm>
              <a:off x="10965842" y="4429855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t355"/>
            <p:cNvSpPr/>
            <p:nvPr/>
          </p:nvSpPr>
          <p:spPr>
            <a:xfrm>
              <a:off x="10880352" y="4867094"/>
              <a:ext cx="117405" cy="117405"/>
            </a:xfrm>
            <a:prstGeom prst="ellipse">
              <a:avLst/>
            </a:prstGeom>
            <a:solidFill>
              <a:srgbClr val="B63875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t356"/>
            <p:cNvSpPr/>
            <p:nvPr/>
          </p:nvSpPr>
          <p:spPr>
            <a:xfrm>
              <a:off x="10119835" y="5395813"/>
              <a:ext cx="117405" cy="117405"/>
            </a:xfrm>
            <a:prstGeom prst="ellipse">
              <a:avLst/>
            </a:prstGeom>
            <a:solidFill>
              <a:srgbClr val="E9686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t357"/>
            <p:cNvSpPr/>
            <p:nvPr/>
          </p:nvSpPr>
          <p:spPr>
            <a:xfrm>
              <a:off x="9698337" y="3933200"/>
              <a:ext cx="117405" cy="117405"/>
            </a:xfrm>
            <a:prstGeom prst="ellipse">
              <a:avLst/>
            </a:prstGeom>
            <a:solidFill>
              <a:srgbClr val="7B237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t358"/>
            <p:cNvSpPr/>
            <p:nvPr/>
          </p:nvSpPr>
          <p:spPr>
            <a:xfrm>
              <a:off x="9800518" y="4279710"/>
              <a:ext cx="117405" cy="117405"/>
            </a:xfrm>
            <a:prstGeom prst="ellipse">
              <a:avLst/>
            </a:prstGeom>
            <a:solidFill>
              <a:srgbClr val="FCFDB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g359"/>
            <p:cNvSpPr/>
            <p:nvPr/>
          </p:nvSpPr>
          <p:spPr>
            <a:xfrm>
              <a:off x="10216037" y="5150165"/>
              <a:ext cx="379475" cy="191749"/>
            </a:xfrm>
            <a:custGeom>
              <a:avLst/>
              <a:gdLst/>
              <a:ahLst/>
              <a:cxnLst/>
              <a:rect l="0" t="0" r="0" b="0"/>
              <a:pathLst>
                <a:path w="379475" h="191749">
                  <a:moveTo>
                    <a:pt x="27431" y="191749"/>
                  </a:moveTo>
                  <a:lnTo>
                    <a:pt x="352043" y="191749"/>
                  </a:lnTo>
                  <a:lnTo>
                    <a:pt x="350939" y="191727"/>
                  </a:lnTo>
                  <a:lnTo>
                    <a:pt x="355350" y="191549"/>
                  </a:lnTo>
                  <a:lnTo>
                    <a:pt x="359676" y="190666"/>
                  </a:lnTo>
                  <a:lnTo>
                    <a:pt x="363803" y="189101"/>
                  </a:lnTo>
                  <a:lnTo>
                    <a:pt x="367627" y="186893"/>
                  </a:lnTo>
                  <a:lnTo>
                    <a:pt x="371046" y="184101"/>
                  </a:lnTo>
                  <a:lnTo>
                    <a:pt x="373974" y="180797"/>
                  </a:lnTo>
                  <a:lnTo>
                    <a:pt x="376333" y="177065"/>
                  </a:lnTo>
                  <a:lnTo>
                    <a:pt x="378064" y="173004"/>
                  </a:lnTo>
                  <a:lnTo>
                    <a:pt x="379120" y="168718"/>
                  </a:lnTo>
                  <a:lnTo>
                    <a:pt x="379475" y="164317"/>
                  </a:lnTo>
                  <a:lnTo>
                    <a:pt x="379475" y="27432"/>
                  </a:lnTo>
                  <a:lnTo>
                    <a:pt x="379120" y="23031"/>
                  </a:lnTo>
                  <a:lnTo>
                    <a:pt x="378064" y="18745"/>
                  </a:lnTo>
                  <a:lnTo>
                    <a:pt x="376333" y="14683"/>
                  </a:lnTo>
                  <a:lnTo>
                    <a:pt x="373974" y="10952"/>
                  </a:lnTo>
                  <a:lnTo>
                    <a:pt x="371046" y="7647"/>
                  </a:lnTo>
                  <a:lnTo>
                    <a:pt x="367627" y="4855"/>
                  </a:lnTo>
                  <a:lnTo>
                    <a:pt x="363803" y="2648"/>
                  </a:lnTo>
                  <a:lnTo>
                    <a:pt x="359676" y="1083"/>
                  </a:lnTo>
                  <a:lnTo>
                    <a:pt x="355350" y="200"/>
                  </a:lnTo>
                  <a:lnTo>
                    <a:pt x="352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tx360"/>
            <p:cNvSpPr/>
            <p:nvPr/>
          </p:nvSpPr>
          <p:spPr>
            <a:xfrm>
              <a:off x="10261757" y="5195885"/>
              <a:ext cx="28803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361" name="pg361"/>
            <p:cNvSpPr/>
            <p:nvPr/>
          </p:nvSpPr>
          <p:spPr>
            <a:xfrm>
              <a:off x="11253267" y="3649230"/>
              <a:ext cx="363931" cy="191749"/>
            </a:xfrm>
            <a:custGeom>
              <a:avLst/>
              <a:gdLst/>
              <a:ahLst/>
              <a:cxnLst/>
              <a:rect l="0" t="0" r="0" b="0"/>
              <a:pathLst>
                <a:path w="363931" h="191749">
                  <a:moveTo>
                    <a:pt x="27431" y="191749"/>
                  </a:moveTo>
                  <a:lnTo>
                    <a:pt x="336499" y="191749"/>
                  </a:lnTo>
                  <a:lnTo>
                    <a:pt x="335394" y="191727"/>
                  </a:lnTo>
                  <a:lnTo>
                    <a:pt x="339805" y="191549"/>
                  </a:lnTo>
                  <a:lnTo>
                    <a:pt x="344131" y="190666"/>
                  </a:lnTo>
                  <a:lnTo>
                    <a:pt x="348259" y="189101"/>
                  </a:lnTo>
                  <a:lnTo>
                    <a:pt x="352082" y="186893"/>
                  </a:lnTo>
                  <a:lnTo>
                    <a:pt x="355502" y="184101"/>
                  </a:lnTo>
                  <a:lnTo>
                    <a:pt x="358429" y="180797"/>
                  </a:lnTo>
                  <a:lnTo>
                    <a:pt x="360789" y="177065"/>
                  </a:lnTo>
                  <a:lnTo>
                    <a:pt x="362519" y="173004"/>
                  </a:lnTo>
                  <a:lnTo>
                    <a:pt x="363575" y="168718"/>
                  </a:lnTo>
                  <a:lnTo>
                    <a:pt x="363931" y="164317"/>
                  </a:lnTo>
                  <a:lnTo>
                    <a:pt x="363931" y="27431"/>
                  </a:lnTo>
                  <a:lnTo>
                    <a:pt x="363575" y="23031"/>
                  </a:lnTo>
                  <a:lnTo>
                    <a:pt x="362519" y="18745"/>
                  </a:lnTo>
                  <a:lnTo>
                    <a:pt x="360789" y="14683"/>
                  </a:lnTo>
                  <a:lnTo>
                    <a:pt x="358429" y="10952"/>
                  </a:lnTo>
                  <a:lnTo>
                    <a:pt x="355502" y="7647"/>
                  </a:lnTo>
                  <a:lnTo>
                    <a:pt x="352082" y="4855"/>
                  </a:lnTo>
                  <a:lnTo>
                    <a:pt x="348259" y="2648"/>
                  </a:lnTo>
                  <a:lnTo>
                    <a:pt x="344131" y="1083"/>
                  </a:lnTo>
                  <a:lnTo>
                    <a:pt x="339805" y="200"/>
                  </a:lnTo>
                  <a:lnTo>
                    <a:pt x="33649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tx362"/>
            <p:cNvSpPr/>
            <p:nvPr/>
          </p:nvSpPr>
          <p:spPr>
            <a:xfrm>
              <a:off x="11298987" y="3694950"/>
              <a:ext cx="27249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363" name="pg363"/>
            <p:cNvSpPr/>
            <p:nvPr/>
          </p:nvSpPr>
          <p:spPr>
            <a:xfrm>
              <a:off x="9756381" y="4866470"/>
              <a:ext cx="410565" cy="191749"/>
            </a:xfrm>
            <a:custGeom>
              <a:avLst/>
              <a:gdLst/>
              <a:ahLst/>
              <a:cxnLst/>
              <a:rect l="0" t="0" r="0" b="0"/>
              <a:pathLst>
                <a:path w="410565" h="191749">
                  <a:moveTo>
                    <a:pt x="27431" y="191749"/>
                  </a:moveTo>
                  <a:lnTo>
                    <a:pt x="383133" y="191749"/>
                  </a:lnTo>
                  <a:lnTo>
                    <a:pt x="382029" y="191727"/>
                  </a:lnTo>
                  <a:lnTo>
                    <a:pt x="386440" y="191549"/>
                  </a:lnTo>
                  <a:lnTo>
                    <a:pt x="390765" y="190666"/>
                  </a:lnTo>
                  <a:lnTo>
                    <a:pt x="394893" y="189101"/>
                  </a:lnTo>
                  <a:lnTo>
                    <a:pt x="398716" y="186893"/>
                  </a:lnTo>
                  <a:lnTo>
                    <a:pt x="402136" y="184101"/>
                  </a:lnTo>
                  <a:lnTo>
                    <a:pt x="405063" y="180797"/>
                  </a:lnTo>
                  <a:lnTo>
                    <a:pt x="407423" y="177065"/>
                  </a:lnTo>
                  <a:lnTo>
                    <a:pt x="409153" y="173004"/>
                  </a:lnTo>
                  <a:lnTo>
                    <a:pt x="410210" y="168718"/>
                  </a:lnTo>
                  <a:lnTo>
                    <a:pt x="410565" y="164317"/>
                  </a:lnTo>
                  <a:lnTo>
                    <a:pt x="410565" y="27432"/>
                  </a:lnTo>
                  <a:lnTo>
                    <a:pt x="410210" y="23031"/>
                  </a:lnTo>
                  <a:lnTo>
                    <a:pt x="409153" y="18745"/>
                  </a:lnTo>
                  <a:lnTo>
                    <a:pt x="407423" y="14683"/>
                  </a:lnTo>
                  <a:lnTo>
                    <a:pt x="405063" y="10952"/>
                  </a:lnTo>
                  <a:lnTo>
                    <a:pt x="402136" y="7647"/>
                  </a:lnTo>
                  <a:lnTo>
                    <a:pt x="398716" y="4855"/>
                  </a:lnTo>
                  <a:lnTo>
                    <a:pt x="394893" y="2648"/>
                  </a:lnTo>
                  <a:lnTo>
                    <a:pt x="390765" y="1083"/>
                  </a:lnTo>
                  <a:lnTo>
                    <a:pt x="386440" y="200"/>
                  </a:lnTo>
                  <a:lnTo>
                    <a:pt x="38313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tx364"/>
            <p:cNvSpPr/>
            <p:nvPr/>
          </p:nvSpPr>
          <p:spPr>
            <a:xfrm>
              <a:off x="9802101" y="4912190"/>
              <a:ext cx="319125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365" name="pg365"/>
            <p:cNvSpPr/>
            <p:nvPr/>
          </p:nvSpPr>
          <p:spPr>
            <a:xfrm>
              <a:off x="10565988" y="4375365"/>
              <a:ext cx="402701" cy="191749"/>
            </a:xfrm>
            <a:custGeom>
              <a:avLst/>
              <a:gdLst/>
              <a:ahLst/>
              <a:cxnLst/>
              <a:rect l="0" t="0" r="0" b="0"/>
              <a:pathLst>
                <a:path w="402701" h="191749">
                  <a:moveTo>
                    <a:pt x="27431" y="191749"/>
                  </a:moveTo>
                  <a:lnTo>
                    <a:pt x="375269" y="191749"/>
                  </a:lnTo>
                  <a:lnTo>
                    <a:pt x="374165" y="191727"/>
                  </a:lnTo>
                  <a:lnTo>
                    <a:pt x="378576" y="191549"/>
                  </a:lnTo>
                  <a:lnTo>
                    <a:pt x="382901" y="190666"/>
                  </a:lnTo>
                  <a:lnTo>
                    <a:pt x="387029" y="189101"/>
                  </a:lnTo>
                  <a:lnTo>
                    <a:pt x="390852" y="186893"/>
                  </a:lnTo>
                  <a:lnTo>
                    <a:pt x="394272" y="184101"/>
                  </a:lnTo>
                  <a:lnTo>
                    <a:pt x="397200" y="180797"/>
                  </a:lnTo>
                  <a:lnTo>
                    <a:pt x="399559" y="177065"/>
                  </a:lnTo>
                  <a:lnTo>
                    <a:pt x="401290" y="173004"/>
                  </a:lnTo>
                  <a:lnTo>
                    <a:pt x="402346" y="168718"/>
                  </a:lnTo>
                  <a:lnTo>
                    <a:pt x="402701" y="164317"/>
                  </a:lnTo>
                  <a:lnTo>
                    <a:pt x="402701" y="27432"/>
                  </a:lnTo>
                  <a:lnTo>
                    <a:pt x="402346" y="23031"/>
                  </a:lnTo>
                  <a:lnTo>
                    <a:pt x="401290" y="18745"/>
                  </a:lnTo>
                  <a:lnTo>
                    <a:pt x="399559" y="14683"/>
                  </a:lnTo>
                  <a:lnTo>
                    <a:pt x="397200" y="10952"/>
                  </a:lnTo>
                  <a:lnTo>
                    <a:pt x="394272" y="7647"/>
                  </a:lnTo>
                  <a:lnTo>
                    <a:pt x="390852" y="4855"/>
                  </a:lnTo>
                  <a:lnTo>
                    <a:pt x="387029" y="2648"/>
                  </a:lnTo>
                  <a:lnTo>
                    <a:pt x="382901" y="1083"/>
                  </a:lnTo>
                  <a:lnTo>
                    <a:pt x="378576" y="200"/>
                  </a:lnTo>
                  <a:lnTo>
                    <a:pt x="375269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tx366"/>
            <p:cNvSpPr/>
            <p:nvPr/>
          </p:nvSpPr>
          <p:spPr>
            <a:xfrm>
              <a:off x="10611708" y="4421085"/>
              <a:ext cx="311261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367" name="pg367"/>
            <p:cNvSpPr/>
            <p:nvPr/>
          </p:nvSpPr>
          <p:spPr>
            <a:xfrm>
              <a:off x="10880092" y="4674521"/>
              <a:ext cx="356250" cy="191749"/>
            </a:xfrm>
            <a:custGeom>
              <a:avLst/>
              <a:gdLst/>
              <a:ahLst/>
              <a:cxnLst/>
              <a:rect l="0" t="0" r="0" b="0"/>
              <a:pathLst>
                <a:path w="356250" h="191749">
                  <a:moveTo>
                    <a:pt x="27431" y="191749"/>
                  </a:moveTo>
                  <a:lnTo>
                    <a:pt x="328818" y="191749"/>
                  </a:lnTo>
                  <a:lnTo>
                    <a:pt x="327713" y="191727"/>
                  </a:lnTo>
                  <a:lnTo>
                    <a:pt x="332124" y="191549"/>
                  </a:lnTo>
                  <a:lnTo>
                    <a:pt x="336450" y="190666"/>
                  </a:lnTo>
                  <a:lnTo>
                    <a:pt x="340578" y="189101"/>
                  </a:lnTo>
                  <a:lnTo>
                    <a:pt x="344401" y="186893"/>
                  </a:lnTo>
                  <a:lnTo>
                    <a:pt x="347821" y="184101"/>
                  </a:lnTo>
                  <a:lnTo>
                    <a:pt x="350748" y="180797"/>
                  </a:lnTo>
                  <a:lnTo>
                    <a:pt x="353108" y="177065"/>
                  </a:lnTo>
                  <a:lnTo>
                    <a:pt x="354838" y="173004"/>
                  </a:lnTo>
                  <a:lnTo>
                    <a:pt x="355895" y="168718"/>
                  </a:lnTo>
                  <a:lnTo>
                    <a:pt x="356250" y="164317"/>
                  </a:lnTo>
                  <a:lnTo>
                    <a:pt x="356250" y="27432"/>
                  </a:lnTo>
                  <a:lnTo>
                    <a:pt x="355895" y="23031"/>
                  </a:lnTo>
                  <a:lnTo>
                    <a:pt x="354838" y="18745"/>
                  </a:lnTo>
                  <a:lnTo>
                    <a:pt x="353108" y="14683"/>
                  </a:lnTo>
                  <a:lnTo>
                    <a:pt x="350748" y="10952"/>
                  </a:lnTo>
                  <a:lnTo>
                    <a:pt x="347821" y="7647"/>
                  </a:lnTo>
                  <a:lnTo>
                    <a:pt x="344401" y="4855"/>
                  </a:lnTo>
                  <a:lnTo>
                    <a:pt x="340578" y="2648"/>
                  </a:lnTo>
                  <a:lnTo>
                    <a:pt x="336450" y="1083"/>
                  </a:lnTo>
                  <a:lnTo>
                    <a:pt x="332124" y="200"/>
                  </a:lnTo>
                  <a:lnTo>
                    <a:pt x="328818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tx368"/>
            <p:cNvSpPr/>
            <p:nvPr/>
          </p:nvSpPr>
          <p:spPr>
            <a:xfrm>
              <a:off x="10925812" y="4720241"/>
              <a:ext cx="264810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369" name="pg369"/>
            <p:cNvSpPr/>
            <p:nvPr/>
          </p:nvSpPr>
          <p:spPr>
            <a:xfrm>
              <a:off x="10104575" y="5514267"/>
              <a:ext cx="387156" cy="191749"/>
            </a:xfrm>
            <a:custGeom>
              <a:avLst/>
              <a:gdLst/>
              <a:ahLst/>
              <a:cxnLst/>
              <a:rect l="0" t="0" r="0" b="0"/>
              <a:pathLst>
                <a:path w="387156" h="191749">
                  <a:moveTo>
                    <a:pt x="27431" y="191749"/>
                  </a:moveTo>
                  <a:lnTo>
                    <a:pt x="359724" y="191749"/>
                  </a:lnTo>
                  <a:lnTo>
                    <a:pt x="358620" y="191727"/>
                  </a:lnTo>
                  <a:lnTo>
                    <a:pt x="363031" y="191549"/>
                  </a:lnTo>
                  <a:lnTo>
                    <a:pt x="367357" y="190666"/>
                  </a:lnTo>
                  <a:lnTo>
                    <a:pt x="371484" y="189101"/>
                  </a:lnTo>
                  <a:lnTo>
                    <a:pt x="375308" y="186893"/>
                  </a:lnTo>
                  <a:lnTo>
                    <a:pt x="378727" y="184101"/>
                  </a:lnTo>
                  <a:lnTo>
                    <a:pt x="381655" y="180797"/>
                  </a:lnTo>
                  <a:lnTo>
                    <a:pt x="384014" y="177065"/>
                  </a:lnTo>
                  <a:lnTo>
                    <a:pt x="385745" y="173004"/>
                  </a:lnTo>
                  <a:lnTo>
                    <a:pt x="386801" y="168718"/>
                  </a:lnTo>
                  <a:lnTo>
                    <a:pt x="387156" y="164317"/>
                  </a:lnTo>
                  <a:lnTo>
                    <a:pt x="387156" y="27432"/>
                  </a:lnTo>
                  <a:lnTo>
                    <a:pt x="386801" y="23031"/>
                  </a:lnTo>
                  <a:lnTo>
                    <a:pt x="385745" y="18745"/>
                  </a:lnTo>
                  <a:lnTo>
                    <a:pt x="384014" y="14683"/>
                  </a:lnTo>
                  <a:lnTo>
                    <a:pt x="381655" y="10952"/>
                  </a:lnTo>
                  <a:lnTo>
                    <a:pt x="378727" y="7647"/>
                  </a:lnTo>
                  <a:lnTo>
                    <a:pt x="375308" y="4855"/>
                  </a:lnTo>
                  <a:lnTo>
                    <a:pt x="371484" y="2648"/>
                  </a:lnTo>
                  <a:lnTo>
                    <a:pt x="367357" y="1083"/>
                  </a:lnTo>
                  <a:lnTo>
                    <a:pt x="363031" y="200"/>
                  </a:lnTo>
                  <a:lnTo>
                    <a:pt x="35972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tx370"/>
            <p:cNvSpPr/>
            <p:nvPr/>
          </p:nvSpPr>
          <p:spPr>
            <a:xfrm>
              <a:off x="10150295" y="5559987"/>
              <a:ext cx="29571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371" name="pg371"/>
            <p:cNvSpPr/>
            <p:nvPr/>
          </p:nvSpPr>
          <p:spPr>
            <a:xfrm>
              <a:off x="9465903" y="4051988"/>
              <a:ext cx="343082" cy="191749"/>
            </a:xfrm>
            <a:custGeom>
              <a:avLst/>
              <a:gdLst/>
              <a:ahLst/>
              <a:cxnLst/>
              <a:rect l="0" t="0" r="0" b="0"/>
              <a:pathLst>
                <a:path w="343082" h="191749">
                  <a:moveTo>
                    <a:pt x="27431" y="191749"/>
                  </a:moveTo>
                  <a:lnTo>
                    <a:pt x="315650" y="191749"/>
                  </a:lnTo>
                  <a:lnTo>
                    <a:pt x="314546" y="191727"/>
                  </a:lnTo>
                  <a:lnTo>
                    <a:pt x="318957" y="191549"/>
                  </a:lnTo>
                  <a:lnTo>
                    <a:pt x="323282" y="190666"/>
                  </a:lnTo>
                  <a:lnTo>
                    <a:pt x="327410" y="189101"/>
                  </a:lnTo>
                  <a:lnTo>
                    <a:pt x="331234" y="186893"/>
                  </a:lnTo>
                  <a:lnTo>
                    <a:pt x="334653" y="184101"/>
                  </a:lnTo>
                  <a:lnTo>
                    <a:pt x="337581" y="180797"/>
                  </a:lnTo>
                  <a:lnTo>
                    <a:pt x="339940" y="177065"/>
                  </a:lnTo>
                  <a:lnTo>
                    <a:pt x="341671" y="173004"/>
                  </a:lnTo>
                  <a:lnTo>
                    <a:pt x="342727" y="168718"/>
                  </a:lnTo>
                  <a:lnTo>
                    <a:pt x="343082" y="164317"/>
                  </a:lnTo>
                  <a:lnTo>
                    <a:pt x="343082" y="27431"/>
                  </a:lnTo>
                  <a:lnTo>
                    <a:pt x="342727" y="23031"/>
                  </a:lnTo>
                  <a:lnTo>
                    <a:pt x="341671" y="18745"/>
                  </a:lnTo>
                  <a:lnTo>
                    <a:pt x="339940" y="14683"/>
                  </a:lnTo>
                  <a:lnTo>
                    <a:pt x="337581" y="10952"/>
                  </a:lnTo>
                  <a:lnTo>
                    <a:pt x="334653" y="7647"/>
                  </a:lnTo>
                  <a:lnTo>
                    <a:pt x="331234" y="4855"/>
                  </a:lnTo>
                  <a:lnTo>
                    <a:pt x="327410" y="2648"/>
                  </a:lnTo>
                  <a:lnTo>
                    <a:pt x="323282" y="1083"/>
                  </a:lnTo>
                  <a:lnTo>
                    <a:pt x="318957" y="200"/>
                  </a:lnTo>
                  <a:lnTo>
                    <a:pt x="315650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tx372"/>
            <p:cNvSpPr/>
            <p:nvPr/>
          </p:nvSpPr>
          <p:spPr>
            <a:xfrm>
              <a:off x="9511623" y="4097708"/>
              <a:ext cx="251642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373" name="pg373"/>
            <p:cNvSpPr/>
            <p:nvPr/>
          </p:nvSpPr>
          <p:spPr>
            <a:xfrm>
              <a:off x="9581369" y="4398006"/>
              <a:ext cx="317296" cy="191749"/>
            </a:xfrm>
            <a:custGeom>
              <a:avLst/>
              <a:gdLst/>
              <a:ahLst/>
              <a:cxnLst/>
              <a:rect l="0" t="0" r="0" b="0"/>
              <a:pathLst>
                <a:path w="317296" h="191749">
                  <a:moveTo>
                    <a:pt x="27431" y="191749"/>
                  </a:moveTo>
                  <a:lnTo>
                    <a:pt x="289864" y="191749"/>
                  </a:lnTo>
                  <a:lnTo>
                    <a:pt x="288760" y="191727"/>
                  </a:lnTo>
                  <a:lnTo>
                    <a:pt x="293171" y="191549"/>
                  </a:lnTo>
                  <a:lnTo>
                    <a:pt x="297496" y="190666"/>
                  </a:lnTo>
                  <a:lnTo>
                    <a:pt x="301624" y="189101"/>
                  </a:lnTo>
                  <a:lnTo>
                    <a:pt x="305447" y="186893"/>
                  </a:lnTo>
                  <a:lnTo>
                    <a:pt x="308867" y="184101"/>
                  </a:lnTo>
                  <a:lnTo>
                    <a:pt x="311795" y="180797"/>
                  </a:lnTo>
                  <a:lnTo>
                    <a:pt x="314154" y="177065"/>
                  </a:lnTo>
                  <a:lnTo>
                    <a:pt x="315885" y="173004"/>
                  </a:lnTo>
                  <a:lnTo>
                    <a:pt x="316941" y="168718"/>
                  </a:lnTo>
                  <a:lnTo>
                    <a:pt x="317296" y="164317"/>
                  </a:lnTo>
                  <a:lnTo>
                    <a:pt x="317296" y="27432"/>
                  </a:lnTo>
                  <a:lnTo>
                    <a:pt x="316941" y="23031"/>
                  </a:lnTo>
                  <a:lnTo>
                    <a:pt x="315885" y="18745"/>
                  </a:lnTo>
                  <a:lnTo>
                    <a:pt x="314154" y="14683"/>
                  </a:lnTo>
                  <a:lnTo>
                    <a:pt x="311795" y="10952"/>
                  </a:lnTo>
                  <a:lnTo>
                    <a:pt x="308867" y="7647"/>
                  </a:lnTo>
                  <a:lnTo>
                    <a:pt x="305447" y="4855"/>
                  </a:lnTo>
                  <a:lnTo>
                    <a:pt x="301624" y="2648"/>
                  </a:lnTo>
                  <a:lnTo>
                    <a:pt x="297496" y="1083"/>
                  </a:lnTo>
                  <a:lnTo>
                    <a:pt x="293171" y="200"/>
                  </a:lnTo>
                  <a:lnTo>
                    <a:pt x="289864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64317"/>
                  </a:lnTo>
                  <a:lnTo>
                    <a:pt x="88" y="162110"/>
                  </a:lnTo>
                  <a:lnTo>
                    <a:pt x="88" y="166525"/>
                  </a:lnTo>
                  <a:lnTo>
                    <a:pt x="797" y="170882"/>
                  </a:lnTo>
                  <a:lnTo>
                    <a:pt x="2195" y="175070"/>
                  </a:lnTo>
                  <a:lnTo>
                    <a:pt x="4246" y="178979"/>
                  </a:lnTo>
                  <a:lnTo>
                    <a:pt x="6898" y="182508"/>
                  </a:lnTo>
                  <a:lnTo>
                    <a:pt x="10082" y="185566"/>
                  </a:lnTo>
                  <a:lnTo>
                    <a:pt x="13716" y="188074"/>
                  </a:lnTo>
                  <a:lnTo>
                    <a:pt x="17704" y="189967"/>
                  </a:lnTo>
                  <a:lnTo>
                    <a:pt x="21944" y="191195"/>
                  </a:lnTo>
                  <a:lnTo>
                    <a:pt x="26327" y="1917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tx374"/>
            <p:cNvSpPr/>
            <p:nvPr/>
          </p:nvSpPr>
          <p:spPr>
            <a:xfrm>
              <a:off x="9627089" y="4443726"/>
              <a:ext cx="225856" cy="100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3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375" name="rc375"/>
            <p:cNvSpPr/>
            <p:nvPr/>
          </p:nvSpPr>
          <p:spPr>
            <a:xfrm>
              <a:off x="9392329" y="2953040"/>
              <a:ext cx="2483101" cy="3235012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tx376"/>
            <p:cNvSpPr/>
            <p:nvPr/>
          </p:nvSpPr>
          <p:spPr>
            <a:xfrm>
              <a:off x="9079976" y="600031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9204334" y="598184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9249049" y="600031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9079976" y="5580185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55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9204334" y="5561714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9249049" y="5580185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9079976" y="5160236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56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9204334" y="5141765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9249049" y="5160236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9079976" y="473992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9204334" y="472145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9249049" y="473992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9079976" y="4319973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58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9204334" y="4301502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9249049" y="4319973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9079976" y="3899842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59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9204334" y="3881371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9249049" y="3899842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9079976" y="3479710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9204334" y="3461239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9249049" y="3479710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9079976" y="305957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61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9204334" y="304110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9249049" y="3059579"/>
              <a:ext cx="80650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</a:t>
              </a:r>
            </a:p>
          </p:txBody>
        </p:sp>
        <p:sp>
          <p:nvSpPr>
            <p:cNvPr id="400" name="pl400"/>
            <p:cNvSpPr/>
            <p:nvPr/>
          </p:nvSpPr>
          <p:spPr>
            <a:xfrm>
              <a:off x="9357534" y="604100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l401"/>
            <p:cNvSpPr/>
            <p:nvPr/>
          </p:nvSpPr>
          <p:spPr>
            <a:xfrm>
              <a:off x="9357534" y="562087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l402"/>
            <p:cNvSpPr/>
            <p:nvPr/>
          </p:nvSpPr>
          <p:spPr>
            <a:xfrm>
              <a:off x="9357534" y="520074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l403"/>
            <p:cNvSpPr/>
            <p:nvPr/>
          </p:nvSpPr>
          <p:spPr>
            <a:xfrm>
              <a:off x="9357534" y="478061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l404"/>
            <p:cNvSpPr/>
            <p:nvPr/>
          </p:nvSpPr>
          <p:spPr>
            <a:xfrm>
              <a:off x="9357534" y="436048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l405"/>
            <p:cNvSpPr/>
            <p:nvPr/>
          </p:nvSpPr>
          <p:spPr>
            <a:xfrm>
              <a:off x="9357534" y="394034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pl406"/>
            <p:cNvSpPr/>
            <p:nvPr/>
          </p:nvSpPr>
          <p:spPr>
            <a:xfrm>
              <a:off x="9357534" y="352021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l407"/>
            <p:cNvSpPr/>
            <p:nvPr/>
          </p:nvSpPr>
          <p:spPr>
            <a:xfrm>
              <a:off x="9357534" y="310008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l408"/>
            <p:cNvSpPr/>
            <p:nvPr/>
          </p:nvSpPr>
          <p:spPr>
            <a:xfrm>
              <a:off x="9505197" y="618805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l409"/>
            <p:cNvSpPr/>
            <p:nvPr/>
          </p:nvSpPr>
          <p:spPr>
            <a:xfrm>
              <a:off x="9956670" y="618805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l410"/>
            <p:cNvSpPr/>
            <p:nvPr/>
          </p:nvSpPr>
          <p:spPr>
            <a:xfrm>
              <a:off x="10408143" y="618805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l411"/>
            <p:cNvSpPr/>
            <p:nvPr/>
          </p:nvSpPr>
          <p:spPr>
            <a:xfrm>
              <a:off x="10859616" y="618805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l412"/>
            <p:cNvSpPr/>
            <p:nvPr/>
          </p:nvSpPr>
          <p:spPr>
            <a:xfrm>
              <a:off x="11311089" y="618805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l413"/>
            <p:cNvSpPr/>
            <p:nvPr/>
          </p:nvSpPr>
          <p:spPr>
            <a:xfrm>
              <a:off x="11762562" y="618805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tx414"/>
            <p:cNvSpPr/>
            <p:nvPr/>
          </p:nvSpPr>
          <p:spPr>
            <a:xfrm>
              <a:off x="9383399" y="625104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9507757" y="623257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9552471" y="6251049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9834872" y="625104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9959230" y="623257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10003944" y="6251049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10286345" y="625104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10410703" y="623257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10455417" y="6251049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10737818" y="625104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10862176" y="623257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10906890" y="6251049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11189291" y="625104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11313649" y="623257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11358363" y="6251049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11640764" y="6251049"/>
              <a:ext cx="124358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11765122" y="6232578"/>
              <a:ext cx="44714" cy="9848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°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11809836" y="6251049"/>
              <a:ext cx="7452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10326915" y="6394863"/>
              <a:ext cx="61392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Longitude</a:t>
              </a:r>
            </a:p>
          </p:txBody>
        </p:sp>
        <p:sp>
          <p:nvSpPr>
            <p:cNvPr id="433" name="tx433"/>
            <p:cNvSpPr/>
            <p:nvPr/>
          </p:nvSpPr>
          <p:spPr>
            <a:xfrm rot="-5400000">
              <a:off x="8710135" y="4520529"/>
              <a:ext cx="49734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Latitude</a:t>
              </a:r>
            </a:p>
          </p:txBody>
        </p:sp>
        <p:sp>
          <p:nvSpPr>
            <p:cNvPr id="434" name="rc434"/>
            <p:cNvSpPr/>
            <p:nvPr/>
          </p:nvSpPr>
          <p:spPr>
            <a:xfrm>
              <a:off x="12014608" y="3776566"/>
              <a:ext cx="717402" cy="15879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5" name="tx435"/>
            <p:cNvSpPr/>
            <p:nvPr/>
          </p:nvSpPr>
          <p:spPr>
            <a:xfrm>
              <a:off x="12084197" y="3861657"/>
              <a:ext cx="489204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Fitness 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12084197" y="4012533"/>
              <a:ext cx="370332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</a:t>
              </a:r>
            </a:p>
          </p:txBody>
        </p:sp>
        <p:pic>
          <p:nvPicPr>
            <p:cNvPr id="437" name="pic4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84197" y="4197659"/>
              <a:ext cx="219455" cy="1097280"/>
            </a:xfrm>
            <a:prstGeom prst="rect">
              <a:avLst/>
            </a:prstGeom>
          </p:spPr>
        </p:pic>
        <p:sp>
          <p:nvSpPr>
            <p:cNvPr id="438" name="pl438"/>
            <p:cNvSpPr/>
            <p:nvPr/>
          </p:nvSpPr>
          <p:spPr>
            <a:xfrm>
              <a:off x="12259762" y="529311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l439"/>
            <p:cNvSpPr/>
            <p:nvPr/>
          </p:nvSpPr>
          <p:spPr>
            <a:xfrm>
              <a:off x="12259762" y="50197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l440"/>
            <p:cNvSpPr/>
            <p:nvPr/>
          </p:nvSpPr>
          <p:spPr>
            <a:xfrm>
              <a:off x="12259762" y="474629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l441"/>
            <p:cNvSpPr/>
            <p:nvPr/>
          </p:nvSpPr>
          <p:spPr>
            <a:xfrm>
              <a:off x="12259762" y="447289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l442"/>
            <p:cNvSpPr/>
            <p:nvPr/>
          </p:nvSpPr>
          <p:spPr>
            <a:xfrm>
              <a:off x="12259762" y="41994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l443"/>
            <p:cNvSpPr/>
            <p:nvPr/>
          </p:nvSpPr>
          <p:spPr>
            <a:xfrm>
              <a:off x="12084197" y="5293110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pl444"/>
            <p:cNvSpPr/>
            <p:nvPr/>
          </p:nvSpPr>
          <p:spPr>
            <a:xfrm>
              <a:off x="12084197" y="5019704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l445"/>
            <p:cNvSpPr/>
            <p:nvPr/>
          </p:nvSpPr>
          <p:spPr>
            <a:xfrm>
              <a:off x="12084197" y="474629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l446"/>
            <p:cNvSpPr/>
            <p:nvPr/>
          </p:nvSpPr>
          <p:spPr>
            <a:xfrm>
              <a:off x="12084197" y="447289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l447"/>
            <p:cNvSpPr/>
            <p:nvPr/>
          </p:nvSpPr>
          <p:spPr>
            <a:xfrm>
              <a:off x="12084197" y="4199487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tx448"/>
            <p:cNvSpPr/>
            <p:nvPr/>
          </p:nvSpPr>
          <p:spPr>
            <a:xfrm>
              <a:off x="12373242" y="5253105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-1.00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12373242" y="4979699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-0.75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12373242" y="4706294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-0.50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12373242" y="4432888"/>
              <a:ext cx="25484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12373242" y="4159482"/>
              <a:ext cx="21762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8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9294931" y="2374405"/>
              <a:ext cx="2168133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Survival </a:t>
              </a:r>
              <a:r>
                <a:rPr lang="en-US" sz="18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Loss</a:t>
              </a:r>
              <a:r>
                <a:rPr sz="18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in 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9392329" y="2621293"/>
              <a:ext cx="1753362" cy="16367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Treatment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402</Words>
  <Application>Microsoft Macintosh PowerPoint</Application>
  <PresentationFormat>On-screen Show (4:3)</PresentationFormat>
  <Paragraphs>362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4</cp:revision>
  <dcterms:created xsi:type="dcterms:W3CDTF">2017-02-13T16:18:36Z</dcterms:created>
  <dcterms:modified xsi:type="dcterms:W3CDTF">2026-07-17T15:36:50Z</dcterms:modified>
  <cp:category/>
</cp:coreProperties>
</file>